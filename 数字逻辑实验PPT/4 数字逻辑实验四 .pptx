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Default Extension="bin" ContentType="application/vnd.openxmlformats-officedocument.oleObject"/>
  <Override PartName="/ppt/notesSlides/notesSlide2.xml" ContentType="application/vnd.openxmlformats-officedocument.presentationml.notesSlide+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0"/>
  </p:notesMasterIdLst>
  <p:sldIdLst>
    <p:sldId id="261" r:id="rId2"/>
    <p:sldId id="269" r:id="rId3"/>
    <p:sldId id="270" r:id="rId4"/>
    <p:sldId id="271" r:id="rId5"/>
    <p:sldId id="264" r:id="rId6"/>
    <p:sldId id="272" r:id="rId7"/>
    <p:sldId id="273" r:id="rId8"/>
    <p:sldId id="267" r:id="rId9"/>
  </p:sldIdLst>
  <p:sldSz cx="9144000" cy="6858000" type="screen4x3"/>
  <p:notesSz cx="6858000" cy="9144000"/>
  <p:defaultTextStyle>
    <a:defPPr>
      <a:defRPr lang="en-US"/>
    </a:defPPr>
    <a:lvl1pPr algn="l" rtl="0" fontAlgn="base">
      <a:spcBef>
        <a:spcPct val="0"/>
      </a:spcBef>
      <a:spcAft>
        <a:spcPct val="0"/>
      </a:spcAft>
      <a:defRPr kumimoji="1" sz="2400" kern="1200">
        <a:solidFill>
          <a:schemeClr val="tx1"/>
        </a:solidFill>
        <a:latin typeface="Tahoma" pitchFamily="34" charset="0"/>
        <a:ea typeface="宋体" pitchFamily="2" charset="-122"/>
        <a:cs typeface="+mn-cs"/>
      </a:defRPr>
    </a:lvl1pPr>
    <a:lvl2pPr marL="457200" algn="l" rtl="0" fontAlgn="base">
      <a:spcBef>
        <a:spcPct val="0"/>
      </a:spcBef>
      <a:spcAft>
        <a:spcPct val="0"/>
      </a:spcAft>
      <a:defRPr kumimoji="1" sz="2400" kern="1200">
        <a:solidFill>
          <a:schemeClr val="tx1"/>
        </a:solidFill>
        <a:latin typeface="Tahoma" pitchFamily="34" charset="0"/>
        <a:ea typeface="宋体" pitchFamily="2" charset="-122"/>
        <a:cs typeface="+mn-cs"/>
      </a:defRPr>
    </a:lvl2pPr>
    <a:lvl3pPr marL="914400" algn="l" rtl="0" fontAlgn="base">
      <a:spcBef>
        <a:spcPct val="0"/>
      </a:spcBef>
      <a:spcAft>
        <a:spcPct val="0"/>
      </a:spcAft>
      <a:defRPr kumimoji="1" sz="2400" kern="1200">
        <a:solidFill>
          <a:schemeClr val="tx1"/>
        </a:solidFill>
        <a:latin typeface="Tahoma" pitchFamily="34" charset="0"/>
        <a:ea typeface="宋体" pitchFamily="2" charset="-122"/>
        <a:cs typeface="+mn-cs"/>
      </a:defRPr>
    </a:lvl3pPr>
    <a:lvl4pPr marL="1371600" algn="l" rtl="0" fontAlgn="base">
      <a:spcBef>
        <a:spcPct val="0"/>
      </a:spcBef>
      <a:spcAft>
        <a:spcPct val="0"/>
      </a:spcAft>
      <a:defRPr kumimoji="1" sz="2400" kern="1200">
        <a:solidFill>
          <a:schemeClr val="tx1"/>
        </a:solidFill>
        <a:latin typeface="Tahoma" pitchFamily="34" charset="0"/>
        <a:ea typeface="宋体" pitchFamily="2" charset="-122"/>
        <a:cs typeface="+mn-cs"/>
      </a:defRPr>
    </a:lvl4pPr>
    <a:lvl5pPr marL="1828800" algn="l" rtl="0" fontAlgn="base">
      <a:spcBef>
        <a:spcPct val="0"/>
      </a:spcBef>
      <a:spcAft>
        <a:spcPct val="0"/>
      </a:spcAft>
      <a:defRPr kumimoji="1" sz="2400" kern="1200">
        <a:solidFill>
          <a:schemeClr val="tx1"/>
        </a:solidFill>
        <a:latin typeface="Tahoma" pitchFamily="34" charset="0"/>
        <a:ea typeface="宋体" pitchFamily="2" charset="-122"/>
        <a:cs typeface="+mn-cs"/>
      </a:defRPr>
    </a:lvl5pPr>
    <a:lvl6pPr marL="2286000" algn="l" defTabSz="914400" rtl="0" eaLnBrk="1" latinLnBrk="0" hangingPunct="1">
      <a:defRPr kumimoji="1" sz="2400" kern="1200">
        <a:solidFill>
          <a:schemeClr val="tx1"/>
        </a:solidFill>
        <a:latin typeface="Tahoma" pitchFamily="34" charset="0"/>
        <a:ea typeface="宋体" pitchFamily="2" charset="-122"/>
        <a:cs typeface="+mn-cs"/>
      </a:defRPr>
    </a:lvl6pPr>
    <a:lvl7pPr marL="2743200" algn="l" defTabSz="914400" rtl="0" eaLnBrk="1" latinLnBrk="0" hangingPunct="1">
      <a:defRPr kumimoji="1" sz="2400" kern="1200">
        <a:solidFill>
          <a:schemeClr val="tx1"/>
        </a:solidFill>
        <a:latin typeface="Tahoma" pitchFamily="34" charset="0"/>
        <a:ea typeface="宋体" pitchFamily="2" charset="-122"/>
        <a:cs typeface="+mn-cs"/>
      </a:defRPr>
    </a:lvl7pPr>
    <a:lvl8pPr marL="3200400" algn="l" defTabSz="914400" rtl="0" eaLnBrk="1" latinLnBrk="0" hangingPunct="1">
      <a:defRPr kumimoji="1" sz="2400" kern="1200">
        <a:solidFill>
          <a:schemeClr val="tx1"/>
        </a:solidFill>
        <a:latin typeface="Tahoma" pitchFamily="34" charset="0"/>
        <a:ea typeface="宋体" pitchFamily="2" charset="-122"/>
        <a:cs typeface="+mn-cs"/>
      </a:defRPr>
    </a:lvl8pPr>
    <a:lvl9pPr marL="3657600" algn="l" defTabSz="914400" rtl="0" eaLnBrk="1" latinLnBrk="0" hangingPunct="1">
      <a:defRPr kumimoji="1" sz="2400" kern="1200">
        <a:solidFill>
          <a:schemeClr val="tx1"/>
        </a:solidFill>
        <a:latin typeface="Tahoma"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C4081E"/>
  </p:clrMru>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2622" autoAdjust="0"/>
    <p:restoredTop sz="94692" autoAdjust="0"/>
  </p:normalViewPr>
  <p:slideViewPr>
    <p:cSldViewPr>
      <p:cViewPr varScale="1">
        <p:scale>
          <a:sx n="84" d="100"/>
          <a:sy n="84" d="100"/>
        </p:scale>
        <p:origin x="-1278"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48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Times New Roman" pitchFamily="18" charset="0"/>
              </a:defRPr>
            </a:lvl1pPr>
          </a:lstStyle>
          <a:p>
            <a:pPr>
              <a:defRPr/>
            </a:pPr>
            <a:endParaRPr lang="zh-CN" altLang="en-US"/>
          </a:p>
        </p:txBody>
      </p:sp>
      <p:sp>
        <p:nvSpPr>
          <p:cNvPr id="2048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Times New Roman" pitchFamily="18" charset="0"/>
              </a:defRPr>
            </a:lvl1pPr>
          </a:lstStyle>
          <a:p>
            <a:pPr>
              <a:defRPr/>
            </a:pPr>
            <a:endParaRPr lang="en-US" altLang="zh-CN"/>
          </a:p>
        </p:txBody>
      </p:sp>
      <p:sp>
        <p:nvSpPr>
          <p:cNvPr id="922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2048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2048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Times New Roman" pitchFamily="18" charset="0"/>
              </a:defRPr>
            </a:lvl1pPr>
          </a:lstStyle>
          <a:p>
            <a:pPr>
              <a:defRPr/>
            </a:pPr>
            <a:endParaRPr lang="en-US" altLang="zh-CN"/>
          </a:p>
        </p:txBody>
      </p:sp>
      <p:sp>
        <p:nvSpPr>
          <p:cNvPr id="2048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Times New Roman" pitchFamily="18" charset="0"/>
              </a:defRPr>
            </a:lvl1pPr>
          </a:lstStyle>
          <a:p>
            <a:pPr>
              <a:defRPr/>
            </a:pPr>
            <a:fld id="{FDCBE0C8-A3EE-4EE4-AAF5-4FD3DC43F60A}"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p:cNvSpPr>
            <a:spLocks noGrp="1" noChangeArrowheads="1"/>
          </p:cNvSpPr>
          <p:nvPr>
            <p:ph type="sldNum" sz="quarter" idx="5"/>
          </p:nvPr>
        </p:nvSpPr>
        <p:spPr>
          <a:noFill/>
        </p:spPr>
        <p:txBody>
          <a:bodyPr/>
          <a:lstStyle/>
          <a:p>
            <a:fld id="{FA80DCFE-FA53-42A7-ACC8-AD27694EA9DB}" type="slidenum">
              <a:rPr lang="zh-CN" altLang="en-US" smtClean="0"/>
              <a:pPr/>
              <a:t>1</a:t>
            </a:fld>
            <a:endParaRPr lang="en-US" altLang="zh-CN" smtClean="0"/>
          </a:p>
        </p:txBody>
      </p:sp>
      <p:sp>
        <p:nvSpPr>
          <p:cNvPr id="10243" name="Rectangle 2"/>
          <p:cNvSpPr>
            <a:spLocks noGrp="1" noRot="1" noChangeAspect="1" noChangeArrowheads="1" noTextEdit="1"/>
          </p:cNvSpPr>
          <p:nvPr>
            <p:ph type="sldImg"/>
          </p:nvPr>
        </p:nvSpPr>
        <p:spPr>
          <a:ln/>
        </p:spPr>
      </p:sp>
      <p:sp>
        <p:nvSpPr>
          <p:cNvPr id="10244"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p:spPr>
        <p:txBody>
          <a:bodyPr/>
          <a:lstStyle/>
          <a:p>
            <a:fld id="{4A559195-7566-4EC2-B290-C1C027FCDAD1}" type="slidenum">
              <a:rPr lang="zh-CN" altLang="en-US" smtClean="0"/>
              <a:pPr/>
              <a:t>5</a:t>
            </a:fld>
            <a:endParaRPr lang="en-US" altLang="zh-CN" smtClean="0"/>
          </a:p>
        </p:txBody>
      </p:sp>
      <p:sp>
        <p:nvSpPr>
          <p:cNvPr id="11267" name="Rectangle 2"/>
          <p:cNvSpPr>
            <a:spLocks noGrp="1" noRot="1" noChangeAspect="1" noChangeArrowheads="1" noTextEdit="1"/>
          </p:cNvSpPr>
          <p:nvPr>
            <p:ph type="sldImg"/>
          </p:nvPr>
        </p:nvSpPr>
        <p:spPr>
          <a:ln/>
        </p:spPr>
      </p:sp>
      <p:sp>
        <p:nvSpPr>
          <p:cNvPr id="11268"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p>
            <a:fld id="{598899AC-8553-4E6C-9FC9-DA0C1FA797CF}" type="slidenum">
              <a:rPr lang="zh-CN" altLang="en-US" smtClean="0"/>
              <a:pPr/>
              <a:t>8</a:t>
            </a:fld>
            <a:endParaRPr lang="en-US" altLang="zh-CN" smtClean="0"/>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a:ln/>
        </p:spPr>
        <p:txBody>
          <a:bodyPr/>
          <a:lstStyle/>
          <a:p>
            <a:pPr eaLnBrk="1" hangingPunct="1"/>
            <a:endParaRPr lang="zh-CN"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9144000" cy="6858000"/>
            <a:chOff x="0" y="0"/>
            <a:chExt cx="5760" cy="4320"/>
          </a:xfrm>
        </p:grpSpPr>
        <p:grpSp>
          <p:nvGrpSpPr>
            <p:cNvPr id="5" name="Group 3"/>
            <p:cNvGrpSpPr>
              <a:grpSpLocks/>
            </p:cNvGrpSpPr>
            <p:nvPr/>
          </p:nvGrpSpPr>
          <p:grpSpPr bwMode="auto">
            <a:xfrm>
              <a:off x="0" y="0"/>
              <a:ext cx="5760" cy="4320"/>
              <a:chOff x="0" y="0"/>
              <a:chExt cx="5760" cy="4320"/>
            </a:xfrm>
          </p:grpSpPr>
          <p:sp>
            <p:nvSpPr>
              <p:cNvPr id="15" name="Rectangle 4"/>
              <p:cNvSpPr>
                <a:spLocks noChangeArrowheads="1"/>
              </p:cNvSpPr>
              <p:nvPr/>
            </p:nvSpPr>
            <p:spPr bwMode="ltGray">
              <a:xfrm>
                <a:off x="2112" y="0"/>
                <a:ext cx="3648" cy="96"/>
              </a:xfrm>
              <a:prstGeom prst="rect">
                <a:avLst/>
              </a:prstGeom>
              <a:solidFill>
                <a:schemeClr val="folHlink"/>
              </a:solidFill>
              <a:ln w="9525">
                <a:noFill/>
                <a:miter lim="800000"/>
                <a:headEnd/>
                <a:tailEnd/>
              </a:ln>
              <a:effectLst/>
            </p:spPr>
            <p:txBody>
              <a:bodyPr wrap="none" anchor="ctr"/>
              <a:lstStyle/>
              <a:p>
                <a:pPr>
                  <a:defRPr/>
                </a:pPr>
                <a:endParaRPr lang="zh-CN" altLang="en-US"/>
              </a:p>
            </p:txBody>
          </p:sp>
          <p:grpSp>
            <p:nvGrpSpPr>
              <p:cNvPr id="16" name="Group 5"/>
              <p:cNvGrpSpPr>
                <a:grpSpLocks/>
              </p:cNvGrpSpPr>
              <p:nvPr userDrawn="1"/>
            </p:nvGrpSpPr>
            <p:grpSpPr bwMode="auto">
              <a:xfrm>
                <a:off x="0" y="0"/>
                <a:ext cx="5760" cy="4320"/>
                <a:chOff x="0" y="0"/>
                <a:chExt cx="5760" cy="4320"/>
              </a:xfrm>
            </p:grpSpPr>
            <p:sp>
              <p:nvSpPr>
                <p:cNvPr id="18" name="Line 6"/>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19" name="Line 7"/>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20" name="Line 8"/>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21" name="Line 9"/>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22" name="Line 10"/>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23" name="Line 11"/>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24" name="Line 12"/>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25" name="Line 13"/>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26" name="Line 14"/>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27" name="Line 15"/>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28" name="Line 16"/>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29" name="Line 17"/>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30" name="Line 18"/>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31" name="Line 19"/>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32" name="Line 20"/>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33" name="Line 21"/>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34" name="Line 22"/>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35" name="Line 23"/>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36" name="Line 24"/>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37" name="Line 25"/>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38" name="Line 26"/>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39" name="Line 27"/>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40" name="Line 28"/>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41" name="Line 29"/>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42" name="Line 30"/>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43" name="Line 31"/>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44" name="Line 32"/>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45" name="Line 33"/>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46" name="Line 34"/>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47" name="Line 35"/>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48" name="Line 36"/>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49" name="Line 37"/>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50" name="Line 38"/>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51" name="Line 39"/>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52" name="Line 40"/>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53" name="Line 41"/>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54" name="Line 42"/>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55" name="Line 43"/>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56" name="Line 44"/>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57" name="Line 45"/>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58" name="Line 46"/>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59" name="Line 47"/>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0" name="Line 48"/>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 name="Line 49"/>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2" name="Line 50"/>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3" name="Line 51"/>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4" name="Line 52"/>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5" name="Line 53"/>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6" name="Line 54"/>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7" name="Line 55"/>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8" name="Line 56"/>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grpSp>
          <p:sp>
            <p:nvSpPr>
              <p:cNvPr id="17" name="Line 57"/>
              <p:cNvSpPr>
                <a:spLocks noChangeShapeType="1"/>
              </p:cNvSpPr>
              <p:nvPr/>
            </p:nvSpPr>
            <p:spPr bwMode="ltGray">
              <a:xfrm>
                <a:off x="5568" y="0"/>
                <a:ext cx="0" cy="1488"/>
              </a:xfrm>
              <a:prstGeom prst="line">
                <a:avLst/>
              </a:prstGeom>
              <a:noFill/>
              <a:ln w="9525">
                <a:solidFill>
                  <a:schemeClr val="hlink"/>
                </a:solidFill>
                <a:round/>
                <a:headEnd/>
                <a:tailEnd/>
              </a:ln>
              <a:effectLst/>
            </p:spPr>
            <p:txBody>
              <a:bodyPr wrap="none" anchor="ctr"/>
              <a:lstStyle/>
              <a:p>
                <a:pPr>
                  <a:defRPr/>
                </a:pPr>
                <a:endParaRPr lang="zh-CN" altLang="en-US"/>
              </a:p>
            </p:txBody>
          </p:sp>
        </p:grpSp>
        <p:grpSp>
          <p:nvGrpSpPr>
            <p:cNvPr id="6" name="Group 58"/>
            <p:cNvGrpSpPr>
              <a:grpSpLocks/>
            </p:cNvGrpSpPr>
            <p:nvPr userDrawn="1"/>
          </p:nvGrpSpPr>
          <p:grpSpPr bwMode="auto">
            <a:xfrm>
              <a:off x="3" y="559"/>
              <a:ext cx="4192" cy="1796"/>
              <a:chOff x="3" y="559"/>
              <a:chExt cx="4192" cy="1796"/>
            </a:xfrm>
          </p:grpSpPr>
          <p:sp>
            <p:nvSpPr>
              <p:cNvPr id="11" name="Line 59"/>
              <p:cNvSpPr>
                <a:spLocks noChangeShapeType="1"/>
              </p:cNvSpPr>
              <p:nvPr/>
            </p:nvSpPr>
            <p:spPr bwMode="ltGray">
              <a:xfrm>
                <a:off x="506" y="559"/>
                <a:ext cx="0" cy="1796"/>
              </a:xfrm>
              <a:prstGeom prst="line">
                <a:avLst/>
              </a:prstGeom>
              <a:noFill/>
              <a:ln w="9525">
                <a:solidFill>
                  <a:schemeClr val="hlink"/>
                </a:solidFill>
                <a:round/>
                <a:headEnd/>
                <a:tailEnd/>
              </a:ln>
              <a:effectLst/>
            </p:spPr>
            <p:txBody>
              <a:bodyPr wrap="none" anchor="ctr"/>
              <a:lstStyle/>
              <a:p>
                <a:pPr>
                  <a:defRPr/>
                </a:pPr>
                <a:endParaRPr lang="zh-CN" altLang="en-US"/>
              </a:p>
            </p:txBody>
          </p:sp>
          <p:sp>
            <p:nvSpPr>
              <p:cNvPr id="12" name="Line 60"/>
              <p:cNvSpPr>
                <a:spLocks noChangeShapeType="1"/>
              </p:cNvSpPr>
              <p:nvPr/>
            </p:nvSpPr>
            <p:spPr bwMode="ltGray">
              <a:xfrm flipH="1" flipV="1">
                <a:off x="3" y="1924"/>
                <a:ext cx="3211" cy="1"/>
              </a:xfrm>
              <a:prstGeom prst="line">
                <a:avLst/>
              </a:prstGeom>
              <a:noFill/>
              <a:ln w="9525">
                <a:solidFill>
                  <a:schemeClr val="hlink"/>
                </a:solidFill>
                <a:round/>
                <a:headEnd/>
                <a:tailEnd/>
              </a:ln>
              <a:effectLst/>
            </p:spPr>
            <p:txBody>
              <a:bodyPr wrap="none" anchor="ctr"/>
              <a:lstStyle/>
              <a:p>
                <a:pPr>
                  <a:defRPr/>
                </a:pPr>
                <a:endParaRPr lang="zh-CN" altLang="en-US"/>
              </a:p>
            </p:txBody>
          </p:sp>
          <p:sp>
            <p:nvSpPr>
              <p:cNvPr id="13" name="Line 61"/>
              <p:cNvSpPr>
                <a:spLocks noChangeShapeType="1"/>
              </p:cNvSpPr>
              <p:nvPr/>
            </p:nvSpPr>
            <p:spPr bwMode="ltGray">
              <a:xfrm flipH="1" flipV="1">
                <a:off x="384" y="938"/>
                <a:ext cx="3811" cy="1"/>
              </a:xfrm>
              <a:prstGeom prst="line">
                <a:avLst/>
              </a:prstGeom>
              <a:noFill/>
              <a:ln w="9525">
                <a:solidFill>
                  <a:schemeClr val="hlink"/>
                </a:solidFill>
                <a:round/>
                <a:headEnd/>
                <a:tailEnd/>
              </a:ln>
              <a:effectLst/>
            </p:spPr>
            <p:txBody>
              <a:bodyPr wrap="none" anchor="ctr"/>
              <a:lstStyle/>
              <a:p>
                <a:pPr>
                  <a:defRPr/>
                </a:pPr>
                <a:endParaRPr lang="zh-CN" altLang="en-US"/>
              </a:p>
            </p:txBody>
          </p:sp>
          <p:sp>
            <p:nvSpPr>
              <p:cNvPr id="14" name="Arc 62"/>
              <p:cNvSpPr>
                <a:spLocks/>
              </p:cNvSpPr>
              <p:nvPr/>
            </p:nvSpPr>
            <p:spPr bwMode="ltGray">
              <a:xfrm rot="16200000" flipH="1">
                <a:off x="426" y="860"/>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p:spPr>
            <p:txBody>
              <a:bodyPr wrap="none" anchor="ctr"/>
              <a:lstStyle/>
              <a:p>
                <a:pPr>
                  <a:defRPr/>
                </a:pPr>
                <a:endParaRPr lang="zh-CN" altLang="en-US"/>
              </a:p>
            </p:txBody>
          </p:sp>
        </p:grpSp>
        <p:grpSp>
          <p:nvGrpSpPr>
            <p:cNvPr id="7" name="Group 63"/>
            <p:cNvGrpSpPr>
              <a:grpSpLocks/>
            </p:cNvGrpSpPr>
            <p:nvPr userDrawn="1"/>
          </p:nvGrpSpPr>
          <p:grpSpPr bwMode="auto">
            <a:xfrm>
              <a:off x="1480" y="1952"/>
              <a:ext cx="3808" cy="1812"/>
              <a:chOff x="1480" y="1952"/>
              <a:chExt cx="3808" cy="1812"/>
            </a:xfrm>
          </p:grpSpPr>
          <p:sp>
            <p:nvSpPr>
              <p:cNvPr id="8" name="Line 64"/>
              <p:cNvSpPr>
                <a:spLocks noChangeShapeType="1"/>
              </p:cNvSpPr>
              <p:nvPr/>
            </p:nvSpPr>
            <p:spPr bwMode="ltGray">
              <a:xfrm flipV="1">
                <a:off x="1480" y="3442"/>
                <a:ext cx="3808" cy="0"/>
              </a:xfrm>
              <a:prstGeom prst="line">
                <a:avLst/>
              </a:prstGeom>
              <a:noFill/>
              <a:ln w="9525">
                <a:solidFill>
                  <a:schemeClr val="hlink"/>
                </a:solidFill>
                <a:round/>
                <a:headEnd/>
                <a:tailEnd/>
              </a:ln>
              <a:effectLst/>
            </p:spPr>
            <p:txBody>
              <a:bodyPr wrap="none" anchor="ctr"/>
              <a:lstStyle/>
              <a:p>
                <a:pPr>
                  <a:defRPr/>
                </a:pPr>
                <a:endParaRPr lang="zh-CN" altLang="en-US"/>
              </a:p>
            </p:txBody>
          </p:sp>
          <p:sp>
            <p:nvSpPr>
              <p:cNvPr id="9" name="Line 65"/>
              <p:cNvSpPr>
                <a:spLocks noChangeShapeType="1"/>
              </p:cNvSpPr>
              <p:nvPr/>
            </p:nvSpPr>
            <p:spPr bwMode="ltGray">
              <a:xfrm flipH="1">
                <a:off x="5172" y="1952"/>
                <a:ext cx="0" cy="1812"/>
              </a:xfrm>
              <a:prstGeom prst="line">
                <a:avLst/>
              </a:prstGeom>
              <a:noFill/>
              <a:ln w="9525">
                <a:solidFill>
                  <a:schemeClr val="hlink"/>
                </a:solidFill>
                <a:round/>
                <a:headEnd/>
                <a:tailEnd/>
              </a:ln>
              <a:effectLst/>
            </p:spPr>
            <p:txBody>
              <a:bodyPr wrap="none" anchor="ctr"/>
              <a:lstStyle/>
              <a:p>
                <a:pPr>
                  <a:defRPr/>
                </a:pPr>
                <a:endParaRPr lang="zh-CN" altLang="en-US"/>
              </a:p>
            </p:txBody>
          </p:sp>
          <p:sp>
            <p:nvSpPr>
              <p:cNvPr id="10" name="Arc 66"/>
              <p:cNvSpPr>
                <a:spLocks/>
              </p:cNvSpPr>
              <p:nvPr/>
            </p:nvSpPr>
            <p:spPr bwMode="ltGray">
              <a:xfrm rot="5400000">
                <a:off x="5097" y="3347"/>
                <a:ext cx="156" cy="157"/>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p:spPr>
            <p:txBody>
              <a:bodyPr wrap="none" anchor="ctr"/>
              <a:lstStyle/>
              <a:p>
                <a:pPr>
                  <a:defRPr/>
                </a:pPr>
                <a:endParaRPr lang="zh-CN" altLang="en-US"/>
              </a:p>
            </p:txBody>
          </p:sp>
        </p:grpSp>
      </p:grpSp>
      <p:sp>
        <p:nvSpPr>
          <p:cNvPr id="7235" name="Rectangle 67"/>
          <p:cNvSpPr>
            <a:spLocks noGrp="1" noChangeArrowheads="1"/>
          </p:cNvSpPr>
          <p:nvPr>
            <p:ph type="ctrTitle"/>
          </p:nvPr>
        </p:nvSpPr>
        <p:spPr>
          <a:xfrm>
            <a:off x="990600" y="1752600"/>
            <a:ext cx="7772400" cy="1143000"/>
          </a:xfrm>
        </p:spPr>
        <p:txBody>
          <a:bodyPr/>
          <a:lstStyle>
            <a:lvl1pPr>
              <a:defRPr/>
            </a:lvl1pPr>
          </a:lstStyle>
          <a:p>
            <a:r>
              <a:rPr lang="zh-CN" altLang="en-US"/>
              <a:t>单击此处编辑母版标题样式</a:t>
            </a:r>
          </a:p>
        </p:txBody>
      </p:sp>
      <p:sp>
        <p:nvSpPr>
          <p:cNvPr id="7236" name="Rectangle 68" descr="Rectangle: Click to edit Master text styles&#10;Second level&#10;Third level&#10;Fourth level&#10;Fifth level"/>
          <p:cNvSpPr>
            <a:spLocks noGrp="1" noChangeArrowheads="1"/>
          </p:cNvSpPr>
          <p:nvPr>
            <p:ph type="subTitle" idx="1"/>
          </p:nvPr>
        </p:nvSpPr>
        <p:spPr>
          <a:xfrm>
            <a:off x="990600" y="3309938"/>
            <a:ext cx="6400800" cy="1752600"/>
          </a:xfrm>
        </p:spPr>
        <p:txBody>
          <a:bodyPr/>
          <a:lstStyle>
            <a:lvl1pPr marL="0" indent="0">
              <a:buFont typeface="Wingdings" pitchFamily="2" charset="2"/>
              <a:buNone/>
              <a:defRPr/>
            </a:lvl1pPr>
          </a:lstStyle>
          <a:p>
            <a:r>
              <a:rPr lang="zh-CN" altLang="en-US"/>
              <a:t>单击此处编辑母版副标题样式</a:t>
            </a:r>
          </a:p>
        </p:txBody>
      </p:sp>
      <p:sp>
        <p:nvSpPr>
          <p:cNvPr id="69" name="Rectangle 69"/>
          <p:cNvSpPr>
            <a:spLocks noGrp="1" noChangeArrowheads="1"/>
          </p:cNvSpPr>
          <p:nvPr>
            <p:ph type="dt" sz="quarter" idx="10"/>
          </p:nvPr>
        </p:nvSpPr>
        <p:spPr/>
        <p:txBody>
          <a:bodyPr/>
          <a:lstStyle>
            <a:lvl1pPr>
              <a:defRPr/>
            </a:lvl1pPr>
          </a:lstStyle>
          <a:p>
            <a:pPr>
              <a:defRPr/>
            </a:pPr>
            <a:endParaRPr lang="en-US" altLang="zh-CN"/>
          </a:p>
        </p:txBody>
      </p:sp>
      <p:sp>
        <p:nvSpPr>
          <p:cNvPr id="70" name="Rectangle 70"/>
          <p:cNvSpPr>
            <a:spLocks noGrp="1" noChangeArrowheads="1"/>
          </p:cNvSpPr>
          <p:nvPr>
            <p:ph type="ftr" sz="quarter" idx="11"/>
          </p:nvPr>
        </p:nvSpPr>
        <p:spPr/>
        <p:txBody>
          <a:bodyPr/>
          <a:lstStyle>
            <a:lvl1pPr>
              <a:defRPr/>
            </a:lvl1pPr>
          </a:lstStyle>
          <a:p>
            <a:pPr>
              <a:defRPr/>
            </a:pPr>
            <a:endParaRPr lang="en-US" altLang="zh-CN"/>
          </a:p>
        </p:txBody>
      </p:sp>
      <p:sp>
        <p:nvSpPr>
          <p:cNvPr id="71" name="Rectangle 71"/>
          <p:cNvSpPr>
            <a:spLocks noGrp="1" noChangeArrowheads="1"/>
          </p:cNvSpPr>
          <p:nvPr>
            <p:ph type="sldNum" sz="quarter" idx="12"/>
          </p:nvPr>
        </p:nvSpPr>
        <p:spPr/>
        <p:txBody>
          <a:bodyPr/>
          <a:lstStyle>
            <a:lvl1pPr>
              <a:defRPr/>
            </a:lvl1pPr>
          </a:lstStyle>
          <a:p>
            <a:pPr>
              <a:defRPr/>
            </a:pPr>
            <a:fld id="{C2E05056-2C90-45DE-AD8D-C2D477CC9E57}" type="slidenum">
              <a:rPr lang="zh-CN" altLang="en-US"/>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089"/>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90"/>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91"/>
          <p:cNvSpPr>
            <a:spLocks noGrp="1" noChangeArrowheads="1"/>
          </p:cNvSpPr>
          <p:nvPr>
            <p:ph type="sldNum" sz="quarter" idx="12"/>
          </p:nvPr>
        </p:nvSpPr>
        <p:spPr>
          <a:ln/>
        </p:spPr>
        <p:txBody>
          <a:bodyPr/>
          <a:lstStyle>
            <a:lvl1pPr>
              <a:defRPr/>
            </a:lvl1pPr>
          </a:lstStyle>
          <a:p>
            <a:pPr>
              <a:defRPr/>
            </a:pPr>
            <a:fld id="{4CCBC995-2117-41DA-9499-4B526075F889}" type="slidenum">
              <a:rPr lang="zh-CN" altLang="en-US"/>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1089"/>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90"/>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91"/>
          <p:cNvSpPr>
            <a:spLocks noGrp="1" noChangeArrowheads="1"/>
          </p:cNvSpPr>
          <p:nvPr>
            <p:ph type="sldNum" sz="quarter" idx="12"/>
          </p:nvPr>
        </p:nvSpPr>
        <p:spPr>
          <a:ln/>
        </p:spPr>
        <p:txBody>
          <a:bodyPr/>
          <a:lstStyle>
            <a:lvl1pPr>
              <a:defRPr/>
            </a:lvl1pPr>
          </a:lstStyle>
          <a:p>
            <a:pPr>
              <a:defRPr/>
            </a:pPr>
            <a:fld id="{DD95FCF9-E899-48E3-A174-68A54B864177}" type="slidenum">
              <a:rPr lang="zh-CN" altLang="en-US"/>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800600" y="19050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089"/>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090"/>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91"/>
          <p:cNvSpPr>
            <a:spLocks noGrp="1" noChangeArrowheads="1"/>
          </p:cNvSpPr>
          <p:nvPr>
            <p:ph type="sldNum" sz="quarter" idx="12"/>
          </p:nvPr>
        </p:nvSpPr>
        <p:spPr>
          <a:ln/>
        </p:spPr>
        <p:txBody>
          <a:bodyPr/>
          <a:lstStyle>
            <a:lvl1pPr>
              <a:defRPr/>
            </a:lvl1pPr>
          </a:lstStyle>
          <a:p>
            <a:pPr>
              <a:defRPr/>
            </a:pPr>
            <a:fld id="{2115A0CE-1381-4E94-8951-DA3A8E253085}" type="slidenum">
              <a:rPr lang="zh-CN" altLang="en-US"/>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089"/>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090"/>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091"/>
          <p:cNvSpPr>
            <a:spLocks noGrp="1" noChangeArrowheads="1"/>
          </p:cNvSpPr>
          <p:nvPr>
            <p:ph type="sldNum" sz="quarter" idx="12"/>
          </p:nvPr>
        </p:nvSpPr>
        <p:spPr>
          <a:ln/>
        </p:spPr>
        <p:txBody>
          <a:bodyPr/>
          <a:lstStyle>
            <a:lvl1pPr>
              <a:defRPr/>
            </a:lvl1pPr>
          </a:lstStyle>
          <a:p>
            <a:pPr>
              <a:defRPr/>
            </a:pPr>
            <a:fld id="{78860156-4F35-48BE-A551-959EBBB82108}" type="slidenum">
              <a:rPr lang="zh-CN" altLang="en-US"/>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089"/>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090"/>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091"/>
          <p:cNvSpPr>
            <a:spLocks noGrp="1" noChangeArrowheads="1"/>
          </p:cNvSpPr>
          <p:nvPr>
            <p:ph type="sldNum" sz="quarter" idx="12"/>
          </p:nvPr>
        </p:nvSpPr>
        <p:spPr>
          <a:ln/>
        </p:spPr>
        <p:txBody>
          <a:bodyPr/>
          <a:lstStyle>
            <a:lvl1pPr>
              <a:defRPr/>
            </a:lvl1pPr>
          </a:lstStyle>
          <a:p>
            <a:pPr>
              <a:defRPr/>
            </a:pPr>
            <a:fld id="{2A741B79-20F7-4E0A-B569-3153BE696DA1}" type="slidenum">
              <a:rPr lang="zh-CN" altLang="en-US"/>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089"/>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1090"/>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091"/>
          <p:cNvSpPr>
            <a:spLocks noGrp="1" noChangeArrowheads="1"/>
          </p:cNvSpPr>
          <p:nvPr>
            <p:ph type="sldNum" sz="quarter" idx="12"/>
          </p:nvPr>
        </p:nvSpPr>
        <p:spPr>
          <a:ln/>
        </p:spPr>
        <p:txBody>
          <a:bodyPr/>
          <a:lstStyle>
            <a:lvl1pPr>
              <a:defRPr/>
            </a:lvl1pPr>
          </a:lstStyle>
          <a:p>
            <a:pPr>
              <a:defRPr/>
            </a:pPr>
            <a:fld id="{4008E33C-556A-4B5F-BC5D-AFADE1213669}" type="slidenum">
              <a:rPr lang="zh-CN" altLang="en-US"/>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089"/>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090"/>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91"/>
          <p:cNvSpPr>
            <a:spLocks noGrp="1" noChangeArrowheads="1"/>
          </p:cNvSpPr>
          <p:nvPr>
            <p:ph type="sldNum" sz="quarter" idx="12"/>
          </p:nvPr>
        </p:nvSpPr>
        <p:spPr>
          <a:ln/>
        </p:spPr>
        <p:txBody>
          <a:bodyPr/>
          <a:lstStyle>
            <a:lvl1pPr>
              <a:defRPr/>
            </a:lvl1pPr>
          </a:lstStyle>
          <a:p>
            <a:pPr>
              <a:defRPr/>
            </a:pPr>
            <a:fld id="{2905618B-E3D4-4240-B0BD-1865DDE546C8}" type="slidenum">
              <a:rPr lang="zh-CN" altLang="en-US"/>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089"/>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090"/>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91"/>
          <p:cNvSpPr>
            <a:spLocks noGrp="1" noChangeArrowheads="1"/>
          </p:cNvSpPr>
          <p:nvPr>
            <p:ph type="sldNum" sz="quarter" idx="12"/>
          </p:nvPr>
        </p:nvSpPr>
        <p:spPr>
          <a:ln/>
        </p:spPr>
        <p:txBody>
          <a:bodyPr/>
          <a:lstStyle>
            <a:lvl1pPr>
              <a:defRPr/>
            </a:lvl1pPr>
          </a:lstStyle>
          <a:p>
            <a:pPr>
              <a:defRPr/>
            </a:pPr>
            <a:fld id="{D0CF7536-FE31-4D53-BA30-8F6EF7E87270}" type="slidenum">
              <a:rPr lang="zh-CN" altLang="en-US"/>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089"/>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90"/>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91"/>
          <p:cNvSpPr>
            <a:spLocks noGrp="1" noChangeArrowheads="1"/>
          </p:cNvSpPr>
          <p:nvPr>
            <p:ph type="sldNum" sz="quarter" idx="12"/>
          </p:nvPr>
        </p:nvSpPr>
        <p:spPr>
          <a:ln/>
        </p:spPr>
        <p:txBody>
          <a:bodyPr/>
          <a:lstStyle>
            <a:lvl1pPr>
              <a:defRPr/>
            </a:lvl1pPr>
          </a:lstStyle>
          <a:p>
            <a:pPr>
              <a:defRPr/>
            </a:pPr>
            <a:fld id="{CC85809E-94B3-4D94-B353-7154A9C5FE3A}" type="slidenum">
              <a:rPr lang="zh-CN" altLang="en-US"/>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10350" y="304800"/>
            <a:ext cx="2000250" cy="571500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304800"/>
            <a:ext cx="5848350" cy="571500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089"/>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1090"/>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91"/>
          <p:cNvSpPr>
            <a:spLocks noGrp="1" noChangeArrowheads="1"/>
          </p:cNvSpPr>
          <p:nvPr>
            <p:ph type="sldNum" sz="quarter" idx="12"/>
          </p:nvPr>
        </p:nvSpPr>
        <p:spPr>
          <a:ln/>
        </p:spPr>
        <p:txBody>
          <a:bodyPr/>
          <a:lstStyle>
            <a:lvl1pPr>
              <a:defRPr/>
            </a:lvl1pPr>
          </a:lstStyle>
          <a:p>
            <a:pPr>
              <a:defRPr/>
            </a:pPr>
            <a:fld id="{B959334B-33E7-4662-8CD2-A818B182D0D9}" type="slidenum">
              <a:rPr lang="zh-CN" altLang="en-US"/>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050" name="Group 1026"/>
          <p:cNvGrpSpPr>
            <a:grpSpLocks/>
          </p:cNvGrpSpPr>
          <p:nvPr/>
        </p:nvGrpSpPr>
        <p:grpSpPr bwMode="auto">
          <a:xfrm>
            <a:off x="0" y="0"/>
            <a:ext cx="9144000" cy="6858000"/>
            <a:chOff x="0" y="0"/>
            <a:chExt cx="5760" cy="4320"/>
          </a:xfrm>
        </p:grpSpPr>
        <p:grpSp>
          <p:nvGrpSpPr>
            <p:cNvPr id="2056" name="Group 1027"/>
            <p:cNvGrpSpPr>
              <a:grpSpLocks/>
            </p:cNvGrpSpPr>
            <p:nvPr/>
          </p:nvGrpSpPr>
          <p:grpSpPr bwMode="auto">
            <a:xfrm>
              <a:off x="0" y="0"/>
              <a:ext cx="5760" cy="4320"/>
              <a:chOff x="0" y="0"/>
              <a:chExt cx="5760" cy="4320"/>
            </a:xfrm>
          </p:grpSpPr>
          <p:grpSp>
            <p:nvGrpSpPr>
              <p:cNvPr id="2063" name="Group 1028"/>
              <p:cNvGrpSpPr>
                <a:grpSpLocks/>
              </p:cNvGrpSpPr>
              <p:nvPr/>
            </p:nvGrpSpPr>
            <p:grpSpPr bwMode="auto">
              <a:xfrm>
                <a:off x="0" y="192"/>
                <a:ext cx="5760" cy="4032"/>
                <a:chOff x="0" y="192"/>
                <a:chExt cx="5760" cy="4032"/>
              </a:xfrm>
            </p:grpSpPr>
            <p:sp>
              <p:nvSpPr>
                <p:cNvPr id="6149" name="Line 1029"/>
                <p:cNvSpPr>
                  <a:spLocks noChangeShapeType="1"/>
                </p:cNvSpPr>
                <p:nvPr/>
              </p:nvSpPr>
              <p:spPr bwMode="white">
                <a:xfrm>
                  <a:off x="0" y="19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50" name="Line 1030"/>
                <p:cNvSpPr>
                  <a:spLocks noChangeShapeType="1"/>
                </p:cNvSpPr>
                <p:nvPr/>
              </p:nvSpPr>
              <p:spPr bwMode="white">
                <a:xfrm>
                  <a:off x="0" y="38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51" name="Line 1031"/>
                <p:cNvSpPr>
                  <a:spLocks noChangeShapeType="1"/>
                </p:cNvSpPr>
                <p:nvPr/>
              </p:nvSpPr>
              <p:spPr bwMode="white">
                <a:xfrm>
                  <a:off x="0" y="57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52" name="Line 1032"/>
                <p:cNvSpPr>
                  <a:spLocks noChangeShapeType="1"/>
                </p:cNvSpPr>
                <p:nvPr/>
              </p:nvSpPr>
              <p:spPr bwMode="white">
                <a:xfrm>
                  <a:off x="0" y="76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53" name="Line 1033"/>
                <p:cNvSpPr>
                  <a:spLocks noChangeShapeType="1"/>
                </p:cNvSpPr>
                <p:nvPr/>
              </p:nvSpPr>
              <p:spPr bwMode="white">
                <a:xfrm>
                  <a:off x="0" y="96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54" name="Line 1034"/>
                <p:cNvSpPr>
                  <a:spLocks noChangeShapeType="1"/>
                </p:cNvSpPr>
                <p:nvPr/>
              </p:nvSpPr>
              <p:spPr bwMode="white">
                <a:xfrm>
                  <a:off x="0" y="115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55" name="Line 1035"/>
                <p:cNvSpPr>
                  <a:spLocks noChangeShapeType="1"/>
                </p:cNvSpPr>
                <p:nvPr/>
              </p:nvSpPr>
              <p:spPr bwMode="white">
                <a:xfrm>
                  <a:off x="0" y="134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56" name="Line 1036"/>
                <p:cNvSpPr>
                  <a:spLocks noChangeShapeType="1"/>
                </p:cNvSpPr>
                <p:nvPr/>
              </p:nvSpPr>
              <p:spPr bwMode="white">
                <a:xfrm>
                  <a:off x="0" y="153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57" name="Line 1037"/>
                <p:cNvSpPr>
                  <a:spLocks noChangeShapeType="1"/>
                </p:cNvSpPr>
                <p:nvPr/>
              </p:nvSpPr>
              <p:spPr bwMode="white">
                <a:xfrm>
                  <a:off x="0" y="172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58" name="Line 1038"/>
                <p:cNvSpPr>
                  <a:spLocks noChangeShapeType="1"/>
                </p:cNvSpPr>
                <p:nvPr/>
              </p:nvSpPr>
              <p:spPr bwMode="white">
                <a:xfrm>
                  <a:off x="0" y="192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59" name="Line 1039"/>
                <p:cNvSpPr>
                  <a:spLocks noChangeShapeType="1"/>
                </p:cNvSpPr>
                <p:nvPr/>
              </p:nvSpPr>
              <p:spPr bwMode="white">
                <a:xfrm>
                  <a:off x="0" y="211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60" name="Line 1040"/>
                <p:cNvSpPr>
                  <a:spLocks noChangeShapeType="1"/>
                </p:cNvSpPr>
                <p:nvPr/>
              </p:nvSpPr>
              <p:spPr bwMode="white">
                <a:xfrm>
                  <a:off x="0" y="230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61" name="Line 1041"/>
                <p:cNvSpPr>
                  <a:spLocks noChangeShapeType="1"/>
                </p:cNvSpPr>
                <p:nvPr/>
              </p:nvSpPr>
              <p:spPr bwMode="white">
                <a:xfrm>
                  <a:off x="0" y="249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62" name="Line 1042"/>
                <p:cNvSpPr>
                  <a:spLocks noChangeShapeType="1"/>
                </p:cNvSpPr>
                <p:nvPr/>
              </p:nvSpPr>
              <p:spPr bwMode="white">
                <a:xfrm>
                  <a:off x="0" y="268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63" name="Line 1043"/>
                <p:cNvSpPr>
                  <a:spLocks noChangeShapeType="1"/>
                </p:cNvSpPr>
                <p:nvPr/>
              </p:nvSpPr>
              <p:spPr bwMode="white">
                <a:xfrm>
                  <a:off x="0" y="288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64" name="Line 1044"/>
                <p:cNvSpPr>
                  <a:spLocks noChangeShapeType="1"/>
                </p:cNvSpPr>
                <p:nvPr/>
              </p:nvSpPr>
              <p:spPr bwMode="white">
                <a:xfrm>
                  <a:off x="0" y="307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65" name="Line 1045"/>
                <p:cNvSpPr>
                  <a:spLocks noChangeShapeType="1"/>
                </p:cNvSpPr>
                <p:nvPr/>
              </p:nvSpPr>
              <p:spPr bwMode="white">
                <a:xfrm>
                  <a:off x="0" y="326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66" name="Line 1046"/>
                <p:cNvSpPr>
                  <a:spLocks noChangeShapeType="1"/>
                </p:cNvSpPr>
                <p:nvPr/>
              </p:nvSpPr>
              <p:spPr bwMode="white">
                <a:xfrm>
                  <a:off x="0" y="3456"/>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67" name="Line 1047"/>
                <p:cNvSpPr>
                  <a:spLocks noChangeShapeType="1"/>
                </p:cNvSpPr>
                <p:nvPr/>
              </p:nvSpPr>
              <p:spPr bwMode="white">
                <a:xfrm>
                  <a:off x="0" y="3648"/>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68" name="Line 1048"/>
                <p:cNvSpPr>
                  <a:spLocks noChangeShapeType="1"/>
                </p:cNvSpPr>
                <p:nvPr/>
              </p:nvSpPr>
              <p:spPr bwMode="white">
                <a:xfrm>
                  <a:off x="0" y="3840"/>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69" name="Line 1049"/>
                <p:cNvSpPr>
                  <a:spLocks noChangeShapeType="1"/>
                </p:cNvSpPr>
                <p:nvPr/>
              </p:nvSpPr>
              <p:spPr bwMode="white">
                <a:xfrm>
                  <a:off x="0" y="4032"/>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70" name="Line 1050"/>
                <p:cNvSpPr>
                  <a:spLocks noChangeShapeType="1"/>
                </p:cNvSpPr>
                <p:nvPr/>
              </p:nvSpPr>
              <p:spPr bwMode="white">
                <a:xfrm>
                  <a:off x="0" y="4224"/>
                  <a:ext cx="5760" cy="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grpSp>
          <p:grpSp>
            <p:nvGrpSpPr>
              <p:cNvPr id="2064" name="Group 1051"/>
              <p:cNvGrpSpPr>
                <a:grpSpLocks/>
              </p:cNvGrpSpPr>
              <p:nvPr/>
            </p:nvGrpSpPr>
            <p:grpSpPr bwMode="auto">
              <a:xfrm>
                <a:off x="192" y="0"/>
                <a:ext cx="5376" cy="4320"/>
                <a:chOff x="192" y="0"/>
                <a:chExt cx="5376" cy="4320"/>
              </a:xfrm>
            </p:grpSpPr>
            <p:sp>
              <p:nvSpPr>
                <p:cNvPr id="6172" name="Line 1052"/>
                <p:cNvSpPr>
                  <a:spLocks noChangeShapeType="1"/>
                </p:cNvSpPr>
                <p:nvPr/>
              </p:nvSpPr>
              <p:spPr bwMode="white">
                <a:xfrm>
                  <a:off x="19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73" name="Line 1053"/>
                <p:cNvSpPr>
                  <a:spLocks noChangeShapeType="1"/>
                </p:cNvSpPr>
                <p:nvPr/>
              </p:nvSpPr>
              <p:spPr bwMode="white">
                <a:xfrm>
                  <a:off x="38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74" name="Line 1054"/>
                <p:cNvSpPr>
                  <a:spLocks noChangeShapeType="1"/>
                </p:cNvSpPr>
                <p:nvPr/>
              </p:nvSpPr>
              <p:spPr bwMode="white">
                <a:xfrm>
                  <a:off x="57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75" name="Line 1055"/>
                <p:cNvSpPr>
                  <a:spLocks noChangeShapeType="1"/>
                </p:cNvSpPr>
                <p:nvPr/>
              </p:nvSpPr>
              <p:spPr bwMode="white">
                <a:xfrm>
                  <a:off x="76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76" name="Line 1056"/>
                <p:cNvSpPr>
                  <a:spLocks noChangeShapeType="1"/>
                </p:cNvSpPr>
                <p:nvPr/>
              </p:nvSpPr>
              <p:spPr bwMode="white">
                <a:xfrm>
                  <a:off x="96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77" name="Line 1057"/>
                <p:cNvSpPr>
                  <a:spLocks noChangeShapeType="1"/>
                </p:cNvSpPr>
                <p:nvPr/>
              </p:nvSpPr>
              <p:spPr bwMode="white">
                <a:xfrm>
                  <a:off x="115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78" name="Line 1058"/>
                <p:cNvSpPr>
                  <a:spLocks noChangeShapeType="1"/>
                </p:cNvSpPr>
                <p:nvPr/>
              </p:nvSpPr>
              <p:spPr bwMode="white">
                <a:xfrm>
                  <a:off x="134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79" name="Line 1059"/>
                <p:cNvSpPr>
                  <a:spLocks noChangeShapeType="1"/>
                </p:cNvSpPr>
                <p:nvPr/>
              </p:nvSpPr>
              <p:spPr bwMode="white">
                <a:xfrm>
                  <a:off x="153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80" name="Line 1060"/>
                <p:cNvSpPr>
                  <a:spLocks noChangeShapeType="1"/>
                </p:cNvSpPr>
                <p:nvPr/>
              </p:nvSpPr>
              <p:spPr bwMode="white">
                <a:xfrm>
                  <a:off x="172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81" name="Line 1061"/>
                <p:cNvSpPr>
                  <a:spLocks noChangeShapeType="1"/>
                </p:cNvSpPr>
                <p:nvPr/>
              </p:nvSpPr>
              <p:spPr bwMode="white">
                <a:xfrm>
                  <a:off x="192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82" name="Line 1062"/>
                <p:cNvSpPr>
                  <a:spLocks noChangeShapeType="1"/>
                </p:cNvSpPr>
                <p:nvPr/>
              </p:nvSpPr>
              <p:spPr bwMode="white">
                <a:xfrm>
                  <a:off x="211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83" name="Line 1063"/>
                <p:cNvSpPr>
                  <a:spLocks noChangeShapeType="1"/>
                </p:cNvSpPr>
                <p:nvPr/>
              </p:nvSpPr>
              <p:spPr bwMode="white">
                <a:xfrm>
                  <a:off x="230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84" name="Line 1064"/>
                <p:cNvSpPr>
                  <a:spLocks noChangeShapeType="1"/>
                </p:cNvSpPr>
                <p:nvPr/>
              </p:nvSpPr>
              <p:spPr bwMode="white">
                <a:xfrm>
                  <a:off x="249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85" name="Line 1065"/>
                <p:cNvSpPr>
                  <a:spLocks noChangeShapeType="1"/>
                </p:cNvSpPr>
                <p:nvPr/>
              </p:nvSpPr>
              <p:spPr bwMode="white">
                <a:xfrm>
                  <a:off x="268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86" name="Line 1066"/>
                <p:cNvSpPr>
                  <a:spLocks noChangeShapeType="1"/>
                </p:cNvSpPr>
                <p:nvPr/>
              </p:nvSpPr>
              <p:spPr bwMode="white">
                <a:xfrm>
                  <a:off x="288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87" name="Line 1067"/>
                <p:cNvSpPr>
                  <a:spLocks noChangeShapeType="1"/>
                </p:cNvSpPr>
                <p:nvPr/>
              </p:nvSpPr>
              <p:spPr bwMode="white">
                <a:xfrm>
                  <a:off x="307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88" name="Line 1068"/>
                <p:cNvSpPr>
                  <a:spLocks noChangeShapeType="1"/>
                </p:cNvSpPr>
                <p:nvPr/>
              </p:nvSpPr>
              <p:spPr bwMode="white">
                <a:xfrm>
                  <a:off x="326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89" name="Line 1069"/>
                <p:cNvSpPr>
                  <a:spLocks noChangeShapeType="1"/>
                </p:cNvSpPr>
                <p:nvPr/>
              </p:nvSpPr>
              <p:spPr bwMode="white">
                <a:xfrm>
                  <a:off x="345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90" name="Line 1070"/>
                <p:cNvSpPr>
                  <a:spLocks noChangeShapeType="1"/>
                </p:cNvSpPr>
                <p:nvPr/>
              </p:nvSpPr>
              <p:spPr bwMode="white">
                <a:xfrm>
                  <a:off x="364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91" name="Line 1071"/>
                <p:cNvSpPr>
                  <a:spLocks noChangeShapeType="1"/>
                </p:cNvSpPr>
                <p:nvPr/>
              </p:nvSpPr>
              <p:spPr bwMode="white">
                <a:xfrm>
                  <a:off x="384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92" name="Line 1072"/>
                <p:cNvSpPr>
                  <a:spLocks noChangeShapeType="1"/>
                </p:cNvSpPr>
                <p:nvPr/>
              </p:nvSpPr>
              <p:spPr bwMode="white">
                <a:xfrm>
                  <a:off x="403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93" name="Line 1073"/>
                <p:cNvSpPr>
                  <a:spLocks noChangeShapeType="1"/>
                </p:cNvSpPr>
                <p:nvPr/>
              </p:nvSpPr>
              <p:spPr bwMode="white">
                <a:xfrm>
                  <a:off x="422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94" name="Line 1074"/>
                <p:cNvSpPr>
                  <a:spLocks noChangeShapeType="1"/>
                </p:cNvSpPr>
                <p:nvPr/>
              </p:nvSpPr>
              <p:spPr bwMode="white">
                <a:xfrm>
                  <a:off x="441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95" name="Line 1075"/>
                <p:cNvSpPr>
                  <a:spLocks noChangeShapeType="1"/>
                </p:cNvSpPr>
                <p:nvPr/>
              </p:nvSpPr>
              <p:spPr bwMode="white">
                <a:xfrm>
                  <a:off x="460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96" name="Line 1076"/>
                <p:cNvSpPr>
                  <a:spLocks noChangeShapeType="1"/>
                </p:cNvSpPr>
                <p:nvPr/>
              </p:nvSpPr>
              <p:spPr bwMode="white">
                <a:xfrm>
                  <a:off x="4800"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97" name="Line 1077"/>
                <p:cNvSpPr>
                  <a:spLocks noChangeShapeType="1"/>
                </p:cNvSpPr>
                <p:nvPr/>
              </p:nvSpPr>
              <p:spPr bwMode="white">
                <a:xfrm>
                  <a:off x="4992"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98" name="Line 1078"/>
                <p:cNvSpPr>
                  <a:spLocks noChangeShapeType="1"/>
                </p:cNvSpPr>
                <p:nvPr/>
              </p:nvSpPr>
              <p:spPr bwMode="white">
                <a:xfrm>
                  <a:off x="5184"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199" name="Line 1079"/>
                <p:cNvSpPr>
                  <a:spLocks noChangeShapeType="1"/>
                </p:cNvSpPr>
                <p:nvPr/>
              </p:nvSpPr>
              <p:spPr bwMode="white">
                <a:xfrm>
                  <a:off x="5376"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sp>
              <p:nvSpPr>
                <p:cNvPr id="6200" name="Line 1080"/>
                <p:cNvSpPr>
                  <a:spLocks noChangeShapeType="1"/>
                </p:cNvSpPr>
                <p:nvPr/>
              </p:nvSpPr>
              <p:spPr bwMode="white">
                <a:xfrm>
                  <a:off x="5568" y="0"/>
                  <a:ext cx="0" cy="4320"/>
                </a:xfrm>
                <a:prstGeom prst="line">
                  <a:avLst/>
                </a:prstGeom>
                <a:noFill/>
                <a:ln w="9525">
                  <a:pattFill prst="pct30">
                    <a:fgClr>
                      <a:schemeClr val="folHlink"/>
                    </a:fgClr>
                    <a:bgClr>
                      <a:schemeClr val="bg1"/>
                    </a:bgClr>
                  </a:pattFill>
                  <a:round/>
                  <a:headEnd/>
                  <a:tailEnd/>
                </a:ln>
                <a:effectLst/>
              </p:spPr>
              <p:txBody>
                <a:bodyPr wrap="none" anchor="ctr"/>
                <a:lstStyle/>
                <a:p>
                  <a:pPr>
                    <a:defRPr/>
                  </a:pPr>
                  <a:endParaRPr lang="zh-CN" altLang="en-US"/>
                </a:p>
              </p:txBody>
            </p:sp>
          </p:grpSp>
        </p:grpSp>
        <p:sp>
          <p:nvSpPr>
            <p:cNvPr id="6201" name="Rectangle 1081" descr="60%"/>
            <p:cNvSpPr>
              <a:spLocks noChangeArrowheads="1"/>
            </p:cNvSpPr>
            <p:nvPr/>
          </p:nvSpPr>
          <p:spPr bwMode="ltGray">
            <a:xfrm>
              <a:off x="2112" y="0"/>
              <a:ext cx="3648" cy="96"/>
            </a:xfrm>
            <a:prstGeom prst="rect">
              <a:avLst/>
            </a:prstGeom>
            <a:pattFill prst="pct60">
              <a:fgClr>
                <a:schemeClr val="folHlink"/>
              </a:fgClr>
              <a:bgClr>
                <a:schemeClr val="bg1"/>
              </a:bgClr>
            </a:pattFill>
            <a:ln w="9525">
              <a:noFill/>
              <a:miter lim="800000"/>
              <a:headEnd/>
              <a:tailEnd/>
            </a:ln>
            <a:effectLst/>
          </p:spPr>
          <p:txBody>
            <a:bodyPr wrap="none" anchor="ctr"/>
            <a:lstStyle/>
            <a:p>
              <a:pPr>
                <a:defRPr/>
              </a:pPr>
              <a:endParaRPr lang="zh-CN" altLang="en-US"/>
            </a:p>
          </p:txBody>
        </p:sp>
        <p:sp>
          <p:nvSpPr>
            <p:cNvPr id="6202" name="Line 1082"/>
            <p:cNvSpPr>
              <a:spLocks noChangeShapeType="1"/>
            </p:cNvSpPr>
            <p:nvPr/>
          </p:nvSpPr>
          <p:spPr bwMode="ltGray">
            <a:xfrm>
              <a:off x="5568" y="0"/>
              <a:ext cx="0" cy="1488"/>
            </a:xfrm>
            <a:prstGeom prst="line">
              <a:avLst/>
            </a:prstGeom>
            <a:noFill/>
            <a:ln w="9525">
              <a:solidFill>
                <a:schemeClr val="hlink"/>
              </a:solidFill>
              <a:round/>
              <a:headEnd/>
              <a:tailEnd/>
            </a:ln>
            <a:effectLst/>
          </p:spPr>
          <p:txBody>
            <a:bodyPr wrap="none" anchor="ctr"/>
            <a:lstStyle/>
            <a:p>
              <a:pPr>
                <a:defRPr/>
              </a:pPr>
              <a:endParaRPr lang="zh-CN" altLang="en-US"/>
            </a:p>
          </p:txBody>
        </p:sp>
        <p:grpSp>
          <p:nvGrpSpPr>
            <p:cNvPr id="2059" name="Group 1083"/>
            <p:cNvGrpSpPr>
              <a:grpSpLocks/>
            </p:cNvGrpSpPr>
            <p:nvPr/>
          </p:nvGrpSpPr>
          <p:grpSpPr bwMode="auto">
            <a:xfrm>
              <a:off x="261" y="892"/>
              <a:ext cx="1124" cy="1464"/>
              <a:chOff x="96" y="916"/>
              <a:chExt cx="2208" cy="2876"/>
            </a:xfrm>
          </p:grpSpPr>
          <p:sp>
            <p:nvSpPr>
              <p:cNvPr id="6204" name="Line 1084"/>
              <p:cNvSpPr>
                <a:spLocks noChangeShapeType="1"/>
              </p:cNvSpPr>
              <p:nvPr/>
            </p:nvSpPr>
            <p:spPr bwMode="ltGray">
              <a:xfrm flipH="1">
                <a:off x="96" y="1038"/>
                <a:ext cx="2208" cy="0"/>
              </a:xfrm>
              <a:prstGeom prst="line">
                <a:avLst/>
              </a:prstGeom>
              <a:noFill/>
              <a:ln w="9525">
                <a:solidFill>
                  <a:schemeClr val="hlink"/>
                </a:solidFill>
                <a:round/>
                <a:headEnd/>
                <a:tailEnd/>
              </a:ln>
              <a:effectLst/>
            </p:spPr>
            <p:txBody>
              <a:bodyPr wrap="none" anchor="ctr"/>
              <a:lstStyle/>
              <a:p>
                <a:pPr>
                  <a:defRPr/>
                </a:pPr>
                <a:endParaRPr lang="zh-CN" altLang="en-US"/>
              </a:p>
            </p:txBody>
          </p:sp>
          <p:sp>
            <p:nvSpPr>
              <p:cNvPr id="6205" name="Line 1085"/>
              <p:cNvSpPr>
                <a:spLocks noChangeShapeType="1"/>
              </p:cNvSpPr>
              <p:nvPr/>
            </p:nvSpPr>
            <p:spPr bwMode="ltGray">
              <a:xfrm>
                <a:off x="336" y="920"/>
                <a:ext cx="0" cy="2872"/>
              </a:xfrm>
              <a:prstGeom prst="line">
                <a:avLst/>
              </a:prstGeom>
              <a:noFill/>
              <a:ln w="9525">
                <a:solidFill>
                  <a:schemeClr val="hlink"/>
                </a:solidFill>
                <a:round/>
                <a:headEnd/>
                <a:tailEnd/>
              </a:ln>
              <a:effectLst/>
            </p:spPr>
            <p:txBody>
              <a:bodyPr wrap="none" anchor="ctr"/>
              <a:lstStyle/>
              <a:p>
                <a:pPr>
                  <a:defRPr/>
                </a:pPr>
                <a:endParaRPr lang="zh-CN" altLang="en-US"/>
              </a:p>
            </p:txBody>
          </p:sp>
          <p:sp>
            <p:nvSpPr>
              <p:cNvPr id="6206" name="Arc 1086"/>
              <p:cNvSpPr>
                <a:spLocks/>
              </p:cNvSpPr>
              <p:nvPr/>
            </p:nvSpPr>
            <p:spPr bwMode="ltGray">
              <a:xfrm flipH="1">
                <a:off x="218" y="916"/>
                <a:ext cx="238" cy="240"/>
              </a:xfrm>
              <a:custGeom>
                <a:avLst/>
                <a:gdLst>
                  <a:gd name="G0" fmla="+- 21595 0 0"/>
                  <a:gd name="G1" fmla="+- 21600 0 0"/>
                  <a:gd name="G2" fmla="+- 21600 0 0"/>
                  <a:gd name="T0" fmla="*/ 21114 w 43195"/>
                  <a:gd name="T1" fmla="*/ 5 h 43200"/>
                  <a:gd name="T2" fmla="*/ 0 w 43195"/>
                  <a:gd name="T3" fmla="*/ 22056 h 43200"/>
                  <a:gd name="T4" fmla="*/ 21595 w 43195"/>
                  <a:gd name="T5" fmla="*/ 21600 h 43200"/>
                </a:gdLst>
                <a:ahLst/>
                <a:cxnLst>
                  <a:cxn ang="0">
                    <a:pos x="T0" y="T1"/>
                  </a:cxn>
                  <a:cxn ang="0">
                    <a:pos x="T2" y="T3"/>
                  </a:cxn>
                  <a:cxn ang="0">
                    <a:pos x="T4" y="T5"/>
                  </a:cxn>
                </a:cxnLst>
                <a:rect l="0" t="0" r="r" b="b"/>
                <a:pathLst>
                  <a:path w="43195" h="43200" fill="none"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path>
                  <a:path w="43195" h="43200" stroke="0" extrusionOk="0">
                    <a:moveTo>
                      <a:pt x="21114" y="5"/>
                    </a:moveTo>
                    <a:cubicBezTo>
                      <a:pt x="21274" y="1"/>
                      <a:pt x="21434" y="-1"/>
                      <a:pt x="21595" y="0"/>
                    </a:cubicBezTo>
                    <a:cubicBezTo>
                      <a:pt x="33524" y="0"/>
                      <a:pt x="43195" y="9670"/>
                      <a:pt x="43195" y="21600"/>
                    </a:cubicBezTo>
                    <a:cubicBezTo>
                      <a:pt x="43195" y="33529"/>
                      <a:pt x="33524" y="43200"/>
                      <a:pt x="21595" y="43200"/>
                    </a:cubicBezTo>
                    <a:cubicBezTo>
                      <a:pt x="9843" y="43200"/>
                      <a:pt x="247" y="33805"/>
                      <a:pt x="-1" y="22056"/>
                    </a:cubicBezTo>
                    <a:lnTo>
                      <a:pt x="21595" y="21600"/>
                    </a:lnTo>
                    <a:close/>
                  </a:path>
                </a:pathLst>
              </a:custGeom>
              <a:noFill/>
              <a:ln w="9525">
                <a:solidFill>
                  <a:schemeClr val="hlink"/>
                </a:solidFill>
                <a:round/>
                <a:headEnd/>
                <a:tailEnd/>
              </a:ln>
              <a:effectLst/>
            </p:spPr>
            <p:txBody>
              <a:bodyPr wrap="none" anchor="ctr"/>
              <a:lstStyle/>
              <a:p>
                <a:pPr>
                  <a:defRPr/>
                </a:pPr>
                <a:endParaRPr lang="zh-CN" altLang="en-US"/>
              </a:p>
            </p:txBody>
          </p:sp>
        </p:grpSp>
      </p:grpSp>
      <p:sp>
        <p:nvSpPr>
          <p:cNvPr id="2051" name="Rectangle 1087"/>
          <p:cNvSpPr>
            <a:spLocks noGrp="1" noChangeArrowheads="1"/>
          </p:cNvSpPr>
          <p:nvPr>
            <p:ph type="title"/>
          </p:nvPr>
        </p:nvSpPr>
        <p:spPr bwMode="auto">
          <a:xfrm>
            <a:off x="609600" y="304800"/>
            <a:ext cx="7772400" cy="1143000"/>
          </a:xfrm>
          <a:prstGeom prst="rect">
            <a:avLst/>
          </a:prstGeom>
          <a:noFill/>
          <a:ln w="9525">
            <a:noFill/>
            <a:miter lim="800000"/>
            <a:headEnd/>
            <a:tailEnd/>
          </a:ln>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2052" name="Rectangle 1088" descr="Rectangle: Click to edit Master text styles&#10;Second level&#10;Third level&#10;Fourth level&#10;Fifth level"/>
          <p:cNvSpPr>
            <a:spLocks noGrp="1" noChangeArrowheads="1"/>
          </p:cNvSpPr>
          <p:nvPr>
            <p:ph type="body" idx="1"/>
          </p:nvPr>
        </p:nvSpPr>
        <p:spPr bwMode="auto">
          <a:xfrm>
            <a:off x="838200" y="19050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6209" name="Rectangle 1089"/>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kumimoji="0" sz="1400"/>
            </a:lvl1pPr>
          </a:lstStyle>
          <a:p>
            <a:pPr>
              <a:defRPr/>
            </a:pPr>
            <a:endParaRPr lang="en-US" altLang="zh-CN"/>
          </a:p>
        </p:txBody>
      </p:sp>
      <p:sp>
        <p:nvSpPr>
          <p:cNvPr id="6210" name="Rectangle 1090"/>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kumimoji="0" sz="1400"/>
            </a:lvl1pPr>
          </a:lstStyle>
          <a:p>
            <a:pPr>
              <a:defRPr/>
            </a:pPr>
            <a:endParaRPr lang="en-US" altLang="zh-CN"/>
          </a:p>
        </p:txBody>
      </p:sp>
      <p:sp>
        <p:nvSpPr>
          <p:cNvPr id="6211" name="Rectangle 1091"/>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kumimoji="0" sz="1400"/>
            </a:lvl1pPr>
          </a:lstStyle>
          <a:p>
            <a:pPr>
              <a:defRPr/>
            </a:pPr>
            <a:fld id="{62D4D22D-4F2F-4953-BC39-0D3EC50A9FE8}"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68"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ahoma" pitchFamily="34" charset="0"/>
          <a:ea typeface="宋体" pitchFamily="2" charset="-122"/>
        </a:defRPr>
      </a:lvl2pPr>
      <a:lvl3pPr algn="l" rtl="0" eaLnBrk="0" fontAlgn="base" hangingPunct="0">
        <a:spcBef>
          <a:spcPct val="0"/>
        </a:spcBef>
        <a:spcAft>
          <a:spcPct val="0"/>
        </a:spcAft>
        <a:defRPr kumimoji="1" sz="4400">
          <a:solidFill>
            <a:schemeClr val="tx2"/>
          </a:solidFill>
          <a:latin typeface="Tahoma" pitchFamily="34" charset="0"/>
          <a:ea typeface="宋体" pitchFamily="2" charset="-122"/>
        </a:defRPr>
      </a:lvl3pPr>
      <a:lvl4pPr algn="l" rtl="0" eaLnBrk="0" fontAlgn="base" hangingPunct="0">
        <a:spcBef>
          <a:spcPct val="0"/>
        </a:spcBef>
        <a:spcAft>
          <a:spcPct val="0"/>
        </a:spcAft>
        <a:defRPr kumimoji="1" sz="4400">
          <a:solidFill>
            <a:schemeClr val="tx2"/>
          </a:solidFill>
          <a:latin typeface="Tahoma" pitchFamily="34" charset="0"/>
          <a:ea typeface="宋体" pitchFamily="2" charset="-122"/>
        </a:defRPr>
      </a:lvl4pPr>
      <a:lvl5pPr algn="l" rtl="0" eaLnBrk="0" fontAlgn="base" hangingPunct="0">
        <a:spcBef>
          <a:spcPct val="0"/>
        </a:spcBef>
        <a:spcAft>
          <a:spcPct val="0"/>
        </a:spcAft>
        <a:defRPr kumimoji="1" sz="4400">
          <a:solidFill>
            <a:schemeClr val="tx2"/>
          </a:solidFill>
          <a:latin typeface="Tahoma" pitchFamily="34" charset="0"/>
          <a:ea typeface="宋体" pitchFamily="2" charset="-122"/>
        </a:defRPr>
      </a:lvl5pPr>
      <a:lvl6pPr marL="457200" algn="l" rtl="0" fontAlgn="base">
        <a:spcBef>
          <a:spcPct val="0"/>
        </a:spcBef>
        <a:spcAft>
          <a:spcPct val="0"/>
        </a:spcAft>
        <a:defRPr kumimoji="1" sz="4400">
          <a:solidFill>
            <a:schemeClr val="tx2"/>
          </a:solidFill>
          <a:latin typeface="Tahoma" pitchFamily="34" charset="0"/>
          <a:ea typeface="宋体" pitchFamily="2" charset="-122"/>
        </a:defRPr>
      </a:lvl6pPr>
      <a:lvl7pPr marL="914400" algn="l" rtl="0" fontAlgn="base">
        <a:spcBef>
          <a:spcPct val="0"/>
        </a:spcBef>
        <a:spcAft>
          <a:spcPct val="0"/>
        </a:spcAft>
        <a:defRPr kumimoji="1" sz="4400">
          <a:solidFill>
            <a:schemeClr val="tx2"/>
          </a:solidFill>
          <a:latin typeface="Tahoma" pitchFamily="34" charset="0"/>
          <a:ea typeface="宋体" pitchFamily="2" charset="-122"/>
        </a:defRPr>
      </a:lvl7pPr>
      <a:lvl8pPr marL="1371600" algn="l" rtl="0" fontAlgn="base">
        <a:spcBef>
          <a:spcPct val="0"/>
        </a:spcBef>
        <a:spcAft>
          <a:spcPct val="0"/>
        </a:spcAft>
        <a:defRPr kumimoji="1" sz="4400">
          <a:solidFill>
            <a:schemeClr val="tx2"/>
          </a:solidFill>
          <a:latin typeface="Tahoma" pitchFamily="34" charset="0"/>
          <a:ea typeface="宋体" pitchFamily="2" charset="-122"/>
        </a:defRPr>
      </a:lvl8pPr>
      <a:lvl9pPr marL="1828800" algn="l" rtl="0" fontAlgn="base">
        <a:spcBef>
          <a:spcPct val="0"/>
        </a:spcBef>
        <a:spcAft>
          <a:spcPct val="0"/>
        </a:spcAft>
        <a:defRPr kumimoji="1" sz="4400">
          <a:solidFill>
            <a:schemeClr val="tx2"/>
          </a:solidFill>
          <a:latin typeface="Tahoma" pitchFamily="34" charset="0"/>
          <a:ea typeface="宋体" pitchFamily="2" charset="-122"/>
        </a:defRPr>
      </a:lvl9pPr>
    </p:titleStyle>
    <p:bodyStyle>
      <a:lvl1pPr marL="342900" indent="-342900" algn="l" rtl="0" eaLnBrk="0" fontAlgn="base" hangingPunct="0">
        <a:spcBef>
          <a:spcPct val="20000"/>
        </a:spcBef>
        <a:spcAft>
          <a:spcPct val="0"/>
        </a:spcAft>
        <a:buClr>
          <a:schemeClr val="hlink"/>
        </a:buClr>
        <a:buSzPct val="110000"/>
        <a:buFont typeface="Wingdings" pitchFamily="2" charset="2"/>
        <a:buBlip>
          <a:blip r:embed="rId13"/>
        </a:buBlip>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60000"/>
        <a:buFont typeface="Wingdings" pitchFamily="2" charset="2"/>
        <a:buChar char="n"/>
        <a:defRPr kumimoji="1" sz="2800">
          <a:solidFill>
            <a:schemeClr val="tx1"/>
          </a:solidFill>
          <a:latin typeface="+mn-lt"/>
          <a:ea typeface="+mn-ea"/>
        </a:defRPr>
      </a:lvl2pPr>
      <a:lvl3pPr marL="1143000" indent="-228600" algn="l" rtl="0" eaLnBrk="0" fontAlgn="base" hangingPunct="0">
        <a:spcBef>
          <a:spcPct val="20000"/>
        </a:spcBef>
        <a:spcAft>
          <a:spcPct val="0"/>
        </a:spcAft>
        <a:buClr>
          <a:schemeClr val="hlink"/>
        </a:buClr>
        <a:buSzPct val="95000"/>
        <a:buFont typeface="Wingdings" pitchFamily="2" charset="2"/>
        <a:buChar char="w"/>
        <a:defRPr kumimoji="1" sz="2400">
          <a:solidFill>
            <a:schemeClr val="tx1"/>
          </a:solidFill>
          <a:latin typeface="+mn-lt"/>
          <a:ea typeface="+mn-ea"/>
        </a:defRPr>
      </a:lvl3pPr>
      <a:lvl4pPr marL="1600200" indent="-228600" algn="l" rtl="0" eaLnBrk="0" fontAlgn="base" hangingPunct="0">
        <a:spcBef>
          <a:spcPct val="20000"/>
        </a:spcBef>
        <a:spcAft>
          <a:spcPct val="0"/>
        </a:spcAft>
        <a:buClr>
          <a:schemeClr val="tx1"/>
        </a:buClr>
        <a:buSzPct val="65000"/>
        <a:buFont typeface="Wingdings" pitchFamily="2" charset="2"/>
        <a:buChar char="n"/>
        <a:defRPr kumimoji="1" sz="2000">
          <a:solidFill>
            <a:schemeClr val="tx1"/>
          </a:solidFill>
          <a:latin typeface="+mn-lt"/>
          <a:ea typeface="+mn-ea"/>
        </a:defRPr>
      </a:lvl4pPr>
      <a:lvl5pPr marL="2057400" indent="-228600" algn="l" rtl="0" eaLnBrk="0" fontAlgn="base" hangingPunct="0">
        <a:spcBef>
          <a:spcPct val="20000"/>
        </a:spcBef>
        <a:spcAft>
          <a:spcPct val="0"/>
        </a:spcAft>
        <a:buClr>
          <a:schemeClr val="hlink"/>
        </a:buClr>
        <a:buSzPct val="60000"/>
        <a:buFont typeface="Wingdings" pitchFamily="2" charset="2"/>
        <a:buChar char="n"/>
        <a:defRPr kumimoji="1" sz="2000">
          <a:solidFill>
            <a:schemeClr val="tx1"/>
          </a:solidFill>
          <a:latin typeface="+mn-lt"/>
          <a:ea typeface="+mn-ea"/>
        </a:defRPr>
      </a:lvl5pPr>
      <a:lvl6pPr marL="2514600" indent="-228600" algn="l" rtl="0" fontAlgn="base">
        <a:spcBef>
          <a:spcPct val="20000"/>
        </a:spcBef>
        <a:spcAft>
          <a:spcPct val="0"/>
        </a:spcAft>
        <a:buClr>
          <a:schemeClr val="hlink"/>
        </a:buClr>
        <a:buSzPct val="60000"/>
        <a:buFont typeface="Wingdings" pitchFamily="2" charset="2"/>
        <a:buChar char="n"/>
        <a:defRPr kumimoji="1" sz="2000">
          <a:solidFill>
            <a:schemeClr val="tx1"/>
          </a:solidFill>
          <a:latin typeface="+mn-lt"/>
          <a:ea typeface="+mn-ea"/>
        </a:defRPr>
      </a:lvl6pPr>
      <a:lvl7pPr marL="2971800" indent="-228600" algn="l" rtl="0" fontAlgn="base">
        <a:spcBef>
          <a:spcPct val="20000"/>
        </a:spcBef>
        <a:spcAft>
          <a:spcPct val="0"/>
        </a:spcAft>
        <a:buClr>
          <a:schemeClr val="hlink"/>
        </a:buClr>
        <a:buSzPct val="60000"/>
        <a:buFont typeface="Wingdings" pitchFamily="2" charset="2"/>
        <a:buChar char="n"/>
        <a:defRPr kumimoji="1" sz="2000">
          <a:solidFill>
            <a:schemeClr val="tx1"/>
          </a:solidFill>
          <a:latin typeface="+mn-lt"/>
          <a:ea typeface="+mn-ea"/>
        </a:defRPr>
      </a:lvl7pPr>
      <a:lvl8pPr marL="3429000" indent="-228600" algn="l" rtl="0" fontAlgn="base">
        <a:spcBef>
          <a:spcPct val="20000"/>
        </a:spcBef>
        <a:spcAft>
          <a:spcPct val="0"/>
        </a:spcAft>
        <a:buClr>
          <a:schemeClr val="hlink"/>
        </a:buClr>
        <a:buSzPct val="60000"/>
        <a:buFont typeface="Wingdings" pitchFamily="2" charset="2"/>
        <a:buChar char="n"/>
        <a:defRPr kumimoji="1" sz="2000">
          <a:solidFill>
            <a:schemeClr val="tx1"/>
          </a:solidFill>
          <a:latin typeface="+mn-lt"/>
          <a:ea typeface="+mn-ea"/>
        </a:defRPr>
      </a:lvl8pPr>
      <a:lvl9pPr marL="3886200" indent="-228600" algn="l" rtl="0" fontAlgn="base">
        <a:spcBef>
          <a:spcPct val="20000"/>
        </a:spcBef>
        <a:spcAft>
          <a:spcPct val="0"/>
        </a:spcAft>
        <a:buClr>
          <a:schemeClr val="hlink"/>
        </a:buClr>
        <a:buSzPct val="60000"/>
        <a:buFont typeface="Wingdings"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zh-CN" altLang="en-US" b="1" smtClean="0"/>
              <a:t>实验四、组合电路（三）</a:t>
            </a:r>
          </a:p>
        </p:txBody>
      </p:sp>
      <p:sp>
        <p:nvSpPr>
          <p:cNvPr id="4099" name="Rectangle 3" descr="Rectangle: Click to edit Master text styles&#10;Second level&#10;Third level&#10;Fourth level&#10;Fifth level"/>
          <p:cNvSpPr>
            <a:spLocks noGrp="1" noChangeArrowheads="1"/>
          </p:cNvSpPr>
          <p:nvPr>
            <p:ph type="body" idx="1"/>
          </p:nvPr>
        </p:nvSpPr>
        <p:spPr>
          <a:xfrm>
            <a:off x="1071563" y="2276475"/>
            <a:ext cx="7143750" cy="2963863"/>
          </a:xfrm>
        </p:spPr>
        <p:txBody>
          <a:bodyPr/>
          <a:lstStyle/>
          <a:p>
            <a:pPr eaLnBrk="1" hangingPunct="1"/>
            <a:r>
              <a:rPr lang="zh-CN" altLang="en-US" b="1" smtClean="0">
                <a:solidFill>
                  <a:srgbClr val="000000"/>
                </a:solidFill>
              </a:rPr>
              <a:t>实验内容</a:t>
            </a:r>
          </a:p>
          <a:p>
            <a:pPr lvl="1" eaLnBrk="1" hangingPunct="1">
              <a:buFont typeface="Wingdings" pitchFamily="2" charset="2"/>
              <a:buNone/>
            </a:pPr>
            <a:r>
              <a:rPr lang="zh-CN" altLang="en-US" b="1" smtClean="0">
                <a:solidFill>
                  <a:srgbClr val="000000"/>
                </a:solidFill>
              </a:rPr>
              <a:t>1、用多路选择器实现逻辑函数</a:t>
            </a:r>
            <a:endParaRPr lang="en-US" altLang="zh-CN" b="1" smtClean="0">
              <a:solidFill>
                <a:srgbClr val="000000"/>
              </a:solidFill>
            </a:endParaRPr>
          </a:p>
          <a:p>
            <a:pPr lvl="1" eaLnBrk="1" hangingPunct="1"/>
            <a:endParaRPr lang="zh-CN" altLang="en-US" b="1" smtClean="0">
              <a:solidFill>
                <a:srgbClr val="000000"/>
              </a:solidFill>
            </a:endParaRPr>
          </a:p>
          <a:p>
            <a:pPr lvl="1" eaLnBrk="1" hangingPunct="1">
              <a:buFont typeface="Wingdings" pitchFamily="2" charset="2"/>
              <a:buNone/>
            </a:pPr>
            <a:r>
              <a:rPr lang="zh-CN" altLang="en-US" b="1" smtClean="0">
                <a:solidFill>
                  <a:srgbClr val="000000"/>
                </a:solidFill>
              </a:rPr>
              <a:t>2、用译码器实现逻辑函数</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a:xfrm>
            <a:off x="539750" y="500063"/>
            <a:ext cx="8104188" cy="1000125"/>
          </a:xfrm>
        </p:spPr>
        <p:txBody>
          <a:bodyPr/>
          <a:lstStyle/>
          <a:p>
            <a:pPr marL="342900" indent="-342900" eaLnBrk="1" hangingPunct="1"/>
            <a:r>
              <a:rPr lang="en-US" altLang="zh-CN" sz="2400" b="1" smtClean="0"/>
              <a:t> </a:t>
            </a:r>
            <a:r>
              <a:rPr lang="zh-CN" altLang="en-US" sz="3200" b="1" smtClean="0"/>
              <a:t>1</a:t>
            </a:r>
            <a:r>
              <a:rPr lang="en-US" altLang="zh-CN" sz="3200" b="1" smtClean="0"/>
              <a:t>. </a:t>
            </a:r>
            <a:r>
              <a:rPr lang="zh-CN" altLang="en-US" sz="3200" b="1" smtClean="0"/>
              <a:t>用多路选择器实现逻辑函数</a:t>
            </a:r>
            <a:endParaRPr lang="en-US" altLang="zh-CN" sz="3200" b="1" smtClean="0"/>
          </a:p>
        </p:txBody>
      </p:sp>
      <p:sp>
        <p:nvSpPr>
          <p:cNvPr id="1028" name="Rectangle 4" descr="Rectangle: Click to edit Master text styles&#10;Second level&#10;Third level&#10;Fourth level&#10;Fifth level"/>
          <p:cNvSpPr>
            <a:spLocks noChangeArrowheads="1"/>
          </p:cNvSpPr>
          <p:nvPr/>
        </p:nvSpPr>
        <p:spPr bwMode="auto">
          <a:xfrm>
            <a:off x="684213" y="1628775"/>
            <a:ext cx="7959725" cy="4659313"/>
          </a:xfrm>
          <a:prstGeom prst="rect">
            <a:avLst/>
          </a:prstGeom>
          <a:noFill/>
          <a:ln w="9525">
            <a:noFill/>
            <a:miter lim="800000"/>
            <a:headEnd/>
            <a:tailEnd/>
          </a:ln>
        </p:spPr>
        <p:txBody>
          <a:bodyPr/>
          <a:lstStyle/>
          <a:p>
            <a:pPr marL="457200" indent="-457200">
              <a:lnSpc>
                <a:spcPct val="120000"/>
              </a:lnSpc>
              <a:spcBef>
                <a:spcPct val="20000"/>
              </a:spcBef>
              <a:buSzPct val="110000"/>
              <a:buFont typeface="Wingdings" pitchFamily="2" charset="2"/>
              <a:buChar char="n"/>
            </a:pPr>
            <a:r>
              <a:rPr lang="zh-CN" altLang="en-US" b="1">
                <a:solidFill>
                  <a:srgbClr val="000000"/>
                </a:solidFill>
              </a:rPr>
              <a:t>实验任务</a:t>
            </a:r>
          </a:p>
          <a:p>
            <a:pPr marL="914400" lvl="1" indent="-457200">
              <a:lnSpc>
                <a:spcPct val="120000"/>
              </a:lnSpc>
              <a:spcBef>
                <a:spcPct val="20000"/>
              </a:spcBef>
              <a:buClr>
                <a:schemeClr val="tx1"/>
              </a:buClr>
              <a:buSzPct val="60000"/>
              <a:buFont typeface="Wingdings" pitchFamily="2" charset="2"/>
              <a:buNone/>
            </a:pPr>
            <a:r>
              <a:rPr lang="zh-CN" altLang="en-US" sz="2000" b="1">
                <a:solidFill>
                  <a:srgbClr val="000000"/>
                </a:solidFill>
              </a:rPr>
              <a:t>用</a:t>
            </a:r>
            <a:r>
              <a:rPr lang="en-US" altLang="zh-CN" sz="2000" b="1">
                <a:solidFill>
                  <a:srgbClr val="000000"/>
                </a:solidFill>
              </a:rPr>
              <a:t>74LS151</a:t>
            </a:r>
            <a:r>
              <a:rPr lang="zh-CN" altLang="en-US" sz="2000" b="1">
                <a:solidFill>
                  <a:srgbClr val="000000"/>
                </a:solidFill>
              </a:rPr>
              <a:t>实现下列逻辑函数，并下载到</a:t>
            </a:r>
            <a:r>
              <a:rPr lang="en-US" altLang="zh-CN" sz="2000" b="1">
                <a:solidFill>
                  <a:srgbClr val="000000"/>
                </a:solidFill>
              </a:rPr>
              <a:t>FPGA</a:t>
            </a:r>
            <a:r>
              <a:rPr lang="zh-CN" altLang="en-US" sz="2000" b="1">
                <a:solidFill>
                  <a:srgbClr val="000000"/>
                </a:solidFill>
              </a:rPr>
              <a:t>中测试。</a:t>
            </a:r>
            <a:endParaRPr lang="en-US" altLang="zh-CN" sz="2000" b="1">
              <a:solidFill>
                <a:srgbClr val="000000"/>
              </a:solidFill>
            </a:endParaRPr>
          </a:p>
          <a:p>
            <a:pPr marL="914400" lvl="1" indent="-457200">
              <a:lnSpc>
                <a:spcPct val="120000"/>
              </a:lnSpc>
              <a:spcBef>
                <a:spcPct val="20000"/>
              </a:spcBef>
              <a:buClr>
                <a:schemeClr val="tx1"/>
              </a:buClr>
              <a:buSzPct val="60000"/>
              <a:buFont typeface="Wingdings" pitchFamily="2" charset="2"/>
              <a:buNone/>
            </a:pPr>
            <a:endParaRPr lang="zh-CN" altLang="en-US" sz="1800" b="1">
              <a:solidFill>
                <a:srgbClr val="000000"/>
              </a:solidFill>
            </a:endParaRPr>
          </a:p>
          <a:p>
            <a:pPr marL="457200" indent="-457200">
              <a:lnSpc>
                <a:spcPct val="120000"/>
              </a:lnSpc>
              <a:spcBef>
                <a:spcPct val="20000"/>
              </a:spcBef>
              <a:buClr>
                <a:schemeClr val="hlink"/>
              </a:buClr>
              <a:buSzPct val="110000"/>
              <a:buFont typeface="Wingdings" pitchFamily="2" charset="2"/>
              <a:buNone/>
            </a:pPr>
            <a:endParaRPr lang="en-US" altLang="zh-CN" sz="1800" b="1">
              <a:solidFill>
                <a:srgbClr val="000000"/>
              </a:solidFill>
            </a:endParaRPr>
          </a:p>
          <a:p>
            <a:pPr marL="457200" indent="-457200">
              <a:lnSpc>
                <a:spcPct val="120000"/>
              </a:lnSpc>
              <a:spcBef>
                <a:spcPct val="20000"/>
              </a:spcBef>
              <a:buSzPct val="110000"/>
              <a:buFont typeface="Wingdings" pitchFamily="2" charset="2"/>
              <a:buChar char="n"/>
            </a:pPr>
            <a:r>
              <a:rPr lang="zh-CN" altLang="en-US" b="1">
                <a:solidFill>
                  <a:srgbClr val="000000"/>
                </a:solidFill>
              </a:rPr>
              <a:t>主要步骤</a:t>
            </a:r>
          </a:p>
          <a:p>
            <a:pPr marL="914400" lvl="1" indent="-457200">
              <a:lnSpc>
                <a:spcPct val="120000"/>
              </a:lnSpc>
              <a:spcBef>
                <a:spcPct val="20000"/>
              </a:spcBef>
              <a:buClr>
                <a:schemeClr val="tx1"/>
              </a:buClr>
              <a:buSzPct val="60000"/>
              <a:buFont typeface="Wingdings" pitchFamily="2" charset="2"/>
              <a:buNone/>
            </a:pPr>
            <a:r>
              <a:rPr lang="en-US" altLang="zh-CN" sz="2000" b="1">
                <a:solidFill>
                  <a:srgbClr val="000000"/>
                </a:solidFill>
              </a:rPr>
              <a:t>1. </a:t>
            </a:r>
            <a:r>
              <a:rPr lang="zh-CN" altLang="en-US" sz="2000" b="1">
                <a:solidFill>
                  <a:srgbClr val="000000"/>
                </a:solidFill>
              </a:rPr>
              <a:t>在</a:t>
            </a:r>
            <a:r>
              <a:rPr lang="en-US" altLang="zh-CN" sz="2000" b="1">
                <a:solidFill>
                  <a:srgbClr val="000000"/>
                </a:solidFill>
              </a:rPr>
              <a:t>Quartus II</a:t>
            </a:r>
            <a:r>
              <a:rPr lang="zh-CN" altLang="en-US" sz="2000" b="1">
                <a:solidFill>
                  <a:srgbClr val="000000"/>
                </a:solidFill>
              </a:rPr>
              <a:t>中选用</a:t>
            </a:r>
            <a:r>
              <a:rPr lang="en-US" altLang="zh-CN" sz="2000" b="1">
                <a:solidFill>
                  <a:srgbClr val="000000"/>
                </a:solidFill>
              </a:rPr>
              <a:t>74LS151 </a:t>
            </a:r>
            <a:r>
              <a:rPr lang="zh-CN" altLang="en-US" sz="2000" b="1">
                <a:solidFill>
                  <a:srgbClr val="000000"/>
                </a:solidFill>
              </a:rPr>
              <a:t>，设计函数的逻辑电路图。</a:t>
            </a:r>
          </a:p>
          <a:p>
            <a:pPr marL="914400" lvl="1" indent="-457200">
              <a:lnSpc>
                <a:spcPct val="120000"/>
              </a:lnSpc>
              <a:spcBef>
                <a:spcPct val="20000"/>
              </a:spcBef>
              <a:buClr>
                <a:schemeClr val="tx1"/>
              </a:buClr>
              <a:buSzPct val="60000"/>
              <a:buFont typeface="Wingdings" pitchFamily="2" charset="2"/>
              <a:buNone/>
            </a:pPr>
            <a:r>
              <a:rPr lang="en-US" altLang="zh-CN" sz="2000" b="1">
                <a:solidFill>
                  <a:srgbClr val="000000"/>
                </a:solidFill>
              </a:rPr>
              <a:t>2. </a:t>
            </a:r>
            <a:r>
              <a:rPr lang="zh-CN" altLang="en-US" sz="2000" b="1">
                <a:solidFill>
                  <a:srgbClr val="000000"/>
                </a:solidFill>
              </a:rPr>
              <a:t>使用模拟工具进行模拟验证，并通过验证。</a:t>
            </a:r>
          </a:p>
          <a:p>
            <a:pPr marL="914400" lvl="1" indent="-457200">
              <a:lnSpc>
                <a:spcPct val="120000"/>
              </a:lnSpc>
              <a:spcBef>
                <a:spcPct val="20000"/>
              </a:spcBef>
              <a:buClr>
                <a:schemeClr val="tx1"/>
              </a:buClr>
              <a:buSzPct val="60000"/>
              <a:buFont typeface="Wingdings" pitchFamily="2" charset="2"/>
              <a:buNone/>
            </a:pPr>
            <a:r>
              <a:rPr lang="en-US" altLang="zh-CN" sz="2000" b="1">
                <a:solidFill>
                  <a:srgbClr val="000000"/>
                </a:solidFill>
              </a:rPr>
              <a:t>3. </a:t>
            </a:r>
            <a:r>
              <a:rPr lang="zh-CN" altLang="en-US" sz="2000" b="1">
                <a:solidFill>
                  <a:srgbClr val="000000"/>
                </a:solidFill>
              </a:rPr>
              <a:t>定义</a:t>
            </a:r>
            <a:r>
              <a:rPr lang="en-US" altLang="zh-CN" sz="2000" b="1">
                <a:solidFill>
                  <a:srgbClr val="000000"/>
                </a:solidFill>
              </a:rPr>
              <a:t>FPGA</a:t>
            </a:r>
            <a:r>
              <a:rPr lang="zh-CN" altLang="en-US" sz="2000" b="1">
                <a:solidFill>
                  <a:srgbClr val="000000"/>
                </a:solidFill>
              </a:rPr>
              <a:t>的</a:t>
            </a:r>
            <a:r>
              <a:rPr lang="en-US" altLang="zh-CN" sz="2000" b="1">
                <a:solidFill>
                  <a:srgbClr val="000000"/>
                </a:solidFill>
              </a:rPr>
              <a:t>IO</a:t>
            </a:r>
            <a:r>
              <a:rPr lang="zh-CN" altLang="en-US" sz="2000" b="1">
                <a:solidFill>
                  <a:srgbClr val="000000"/>
                </a:solidFill>
              </a:rPr>
              <a:t>引脚功能。</a:t>
            </a:r>
          </a:p>
          <a:p>
            <a:pPr marL="914400" lvl="1" indent="-457200">
              <a:lnSpc>
                <a:spcPct val="120000"/>
              </a:lnSpc>
              <a:spcBef>
                <a:spcPct val="20000"/>
              </a:spcBef>
              <a:buClr>
                <a:schemeClr val="tx1"/>
              </a:buClr>
              <a:buSzPct val="60000"/>
              <a:buFont typeface="Wingdings" pitchFamily="2" charset="2"/>
              <a:buNone/>
            </a:pPr>
            <a:r>
              <a:rPr lang="en-US" altLang="zh-CN" sz="2000" b="1">
                <a:solidFill>
                  <a:srgbClr val="000000"/>
                </a:solidFill>
              </a:rPr>
              <a:t>4. </a:t>
            </a:r>
            <a:r>
              <a:rPr lang="zh-CN" altLang="en-US" sz="2000" b="1">
                <a:solidFill>
                  <a:srgbClr val="000000"/>
                </a:solidFill>
              </a:rPr>
              <a:t>下载设计的电路到</a:t>
            </a:r>
            <a:r>
              <a:rPr lang="en-US" altLang="zh-CN" sz="2000" b="1">
                <a:solidFill>
                  <a:srgbClr val="000000"/>
                </a:solidFill>
              </a:rPr>
              <a:t>FPGA</a:t>
            </a:r>
            <a:r>
              <a:rPr lang="zh-CN" altLang="en-US" sz="2000" b="1">
                <a:solidFill>
                  <a:srgbClr val="000000"/>
                </a:solidFill>
              </a:rPr>
              <a:t>中。</a:t>
            </a:r>
          </a:p>
          <a:p>
            <a:pPr marL="914400" lvl="1" indent="-457200">
              <a:lnSpc>
                <a:spcPct val="120000"/>
              </a:lnSpc>
              <a:spcBef>
                <a:spcPct val="20000"/>
              </a:spcBef>
              <a:buClr>
                <a:schemeClr val="tx1"/>
              </a:buClr>
              <a:buSzPct val="60000"/>
              <a:buFont typeface="Wingdings" pitchFamily="2" charset="2"/>
              <a:buNone/>
            </a:pPr>
            <a:r>
              <a:rPr lang="en-US" altLang="zh-CN" sz="2000" b="1">
                <a:solidFill>
                  <a:srgbClr val="000000"/>
                </a:solidFill>
              </a:rPr>
              <a:t>5. </a:t>
            </a:r>
            <a:r>
              <a:rPr lang="zh-CN" altLang="en-US" sz="2000" b="1">
                <a:solidFill>
                  <a:srgbClr val="000000"/>
                </a:solidFill>
              </a:rPr>
              <a:t>用开关和发光二极管测试下载到</a:t>
            </a:r>
            <a:r>
              <a:rPr lang="en-US" altLang="zh-CN" sz="2000" b="1">
                <a:solidFill>
                  <a:srgbClr val="000000"/>
                </a:solidFill>
              </a:rPr>
              <a:t>FPGA</a:t>
            </a:r>
            <a:r>
              <a:rPr lang="zh-CN" altLang="en-US" sz="2000" b="1">
                <a:solidFill>
                  <a:srgbClr val="000000"/>
                </a:solidFill>
              </a:rPr>
              <a:t>中的电路功能。</a:t>
            </a:r>
          </a:p>
        </p:txBody>
      </p:sp>
      <p:graphicFrame>
        <p:nvGraphicFramePr>
          <p:cNvPr id="1026" name="Object 5"/>
          <p:cNvGraphicFramePr>
            <a:graphicFrameLocks noChangeAspect="1"/>
          </p:cNvGraphicFramePr>
          <p:nvPr/>
        </p:nvGraphicFramePr>
        <p:xfrm>
          <a:off x="2428875" y="2643188"/>
          <a:ext cx="3506788" cy="476250"/>
        </p:xfrm>
        <a:graphic>
          <a:graphicData uri="http://schemas.openxmlformats.org/presentationml/2006/ole">
            <p:oleObj spid="_x0000_s1026" name="公式" r:id="rId3" imgW="1866600" imgH="253800" progId="Equation.3">
              <p:embed/>
            </p:oleObj>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2" descr="F:\截图\74ls152引脚图.jpg"/>
          <p:cNvPicPr>
            <a:picLocks noChangeAspect="1" noChangeArrowheads="1"/>
          </p:cNvPicPr>
          <p:nvPr/>
        </p:nvPicPr>
        <p:blipFill>
          <a:blip r:embed="rId2"/>
          <a:srcRect b="5232"/>
          <a:stretch>
            <a:fillRect/>
          </a:stretch>
        </p:blipFill>
        <p:spPr bwMode="auto">
          <a:xfrm>
            <a:off x="357158" y="1571612"/>
            <a:ext cx="2857500" cy="3881438"/>
          </a:xfrm>
          <a:prstGeom prst="rect">
            <a:avLst/>
          </a:prstGeom>
          <a:noFill/>
          <a:ln w="9525">
            <a:noFill/>
            <a:miter lim="800000"/>
            <a:headEnd/>
            <a:tailEnd/>
          </a:ln>
        </p:spPr>
      </p:pic>
      <p:pic>
        <p:nvPicPr>
          <p:cNvPr id="17410" name="Picture 2"/>
          <p:cNvPicPr>
            <a:picLocks noChangeAspect="1" noChangeArrowheads="1"/>
          </p:cNvPicPr>
          <p:nvPr/>
        </p:nvPicPr>
        <p:blipFill>
          <a:blip r:embed="rId3"/>
          <a:srcRect/>
          <a:stretch>
            <a:fillRect/>
          </a:stretch>
        </p:blipFill>
        <p:spPr bwMode="auto">
          <a:xfrm>
            <a:off x="3214678" y="2143116"/>
            <a:ext cx="1428760" cy="2708929"/>
          </a:xfrm>
          <a:prstGeom prst="rect">
            <a:avLst/>
          </a:prstGeom>
          <a:noFill/>
          <a:ln w="9525">
            <a:noFill/>
            <a:miter lim="800000"/>
            <a:headEnd/>
            <a:tailEnd/>
          </a:ln>
          <a:effectLst/>
        </p:spPr>
      </p:pic>
      <p:graphicFrame>
        <p:nvGraphicFramePr>
          <p:cNvPr id="11" name="表格 10"/>
          <p:cNvGraphicFramePr>
            <a:graphicFrameLocks noGrp="1"/>
          </p:cNvGraphicFramePr>
          <p:nvPr/>
        </p:nvGraphicFramePr>
        <p:xfrm>
          <a:off x="5000628" y="1500174"/>
          <a:ext cx="3857652" cy="4445000"/>
        </p:xfrm>
        <a:graphic>
          <a:graphicData uri="http://schemas.openxmlformats.org/drawingml/2006/table">
            <a:tbl>
              <a:tblPr firstRow="1" bandRow="1">
                <a:tableStyleId>{073A0DAA-6AF3-43AB-8588-CEC1D06C72B9}</a:tableStyleId>
              </a:tblPr>
              <a:tblGrid>
                <a:gridCol w="761382"/>
                <a:gridCol w="609107"/>
                <a:gridCol w="532969"/>
                <a:gridCol w="609107"/>
                <a:gridCol w="559269"/>
                <a:gridCol w="785818"/>
              </a:tblGrid>
              <a:tr h="0">
                <a:tc gridSpan="4">
                  <a:txBody>
                    <a:bodyPr/>
                    <a:lstStyle/>
                    <a:p>
                      <a:pPr algn="ctr"/>
                      <a:r>
                        <a:rPr lang="zh-CN" altLang="en-US" b="0" dirty="0" smtClean="0">
                          <a:solidFill>
                            <a:schemeClr val="tx1"/>
                          </a:solidFill>
                        </a:rPr>
                        <a:t>输入</a:t>
                      </a:r>
                      <a:endParaRPr lang="zh-CN"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2">
                  <a:txBody>
                    <a:bodyPr/>
                    <a:lstStyle/>
                    <a:p>
                      <a:pPr algn="ctr"/>
                      <a:r>
                        <a:rPr lang="zh-CN" altLang="en-US" b="0" dirty="0" smtClean="0">
                          <a:solidFill>
                            <a:schemeClr val="tx1"/>
                          </a:solidFill>
                        </a:rPr>
                        <a:t>输出</a:t>
                      </a:r>
                      <a:endParaRPr lang="zh-CN" altLang="en-US" b="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rowSpan="2">
                  <a:txBody>
                    <a:bodyPr/>
                    <a:lstStyle/>
                    <a:p>
                      <a:pPr marL="0" algn="ctr" defTabSz="914400" rtl="0" eaLnBrk="1" latinLnBrk="0" hangingPunct="1"/>
                      <a:r>
                        <a:rPr lang="zh-CN" altLang="en-US" sz="1800" b="0" kern="1200" dirty="0" smtClean="0">
                          <a:solidFill>
                            <a:schemeClr val="tx1"/>
                          </a:solidFill>
                          <a:latin typeface="+mn-lt"/>
                          <a:ea typeface="+mn-ea"/>
                          <a:cs typeface="+mn-cs"/>
                        </a:rPr>
                        <a:t>使能</a:t>
                      </a:r>
                      <a:endParaRPr lang="en-US" altLang="zh-CN" sz="1800" b="0" kern="1200" dirty="0" smtClean="0">
                        <a:solidFill>
                          <a:schemeClr val="tx1"/>
                        </a:solidFill>
                        <a:latin typeface="+mn-lt"/>
                        <a:ea typeface="+mn-ea"/>
                        <a:cs typeface="+mn-cs"/>
                      </a:endParaRPr>
                    </a:p>
                    <a:p>
                      <a:pPr marL="0" algn="ctr" defTabSz="914400" rtl="0" eaLnBrk="1" latinLnBrk="0" hangingPunct="1"/>
                      <a:r>
                        <a:rPr lang="en-US" altLang="zh-CN" sz="1800" b="0" kern="1200" dirty="0" smtClean="0">
                          <a:solidFill>
                            <a:schemeClr val="tx1"/>
                          </a:solidFill>
                          <a:latin typeface="+mn-lt"/>
                          <a:ea typeface="+mn-ea"/>
                          <a:cs typeface="+mn-cs"/>
                        </a:rPr>
                        <a:t>G</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gridSpan="3">
                  <a:txBody>
                    <a:bodyPr/>
                    <a:lstStyle/>
                    <a:p>
                      <a:pPr marL="0" algn="ctr" defTabSz="914400" rtl="0" eaLnBrk="1" latinLnBrk="0" hangingPunct="1"/>
                      <a:r>
                        <a:rPr lang="zh-CN" altLang="en-US" sz="1800" b="0" kern="1200" dirty="0" smtClean="0">
                          <a:solidFill>
                            <a:schemeClr val="tx1"/>
                          </a:solidFill>
                          <a:latin typeface="+mn-lt"/>
                          <a:ea typeface="+mn-ea"/>
                          <a:cs typeface="+mn-cs"/>
                        </a:rPr>
                        <a:t>选择</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algn="ctr" defTabSz="914400" rtl="0" eaLnBrk="1" latinLnBrk="0" hangingPunct="1"/>
                      <a:endParaRPr lang="zh-CN" altLang="en-US" sz="1800" b="1"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xBody>
                    <a:bodyPr/>
                    <a:lstStyle/>
                    <a:p>
                      <a:pPr marL="0" algn="ctr" defTabSz="914400" rtl="0" eaLnBrk="1" latinLnBrk="0" hangingPunct="1"/>
                      <a:endParaRPr lang="zh-CN" altLang="en-US" sz="1800" b="1"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algn="ctr" defTabSz="914400" rtl="0" eaLnBrk="1" latinLnBrk="0" hangingPunct="1"/>
                      <a:endParaRPr lang="en-US" altLang="zh-CN" sz="1800" b="0" kern="1200" dirty="0" smtClean="0">
                        <a:solidFill>
                          <a:schemeClr val="tx1"/>
                        </a:solidFill>
                        <a:latin typeface="+mn-lt"/>
                        <a:ea typeface="+mn-ea"/>
                        <a:cs typeface="+mn-cs"/>
                      </a:endParaRPr>
                    </a:p>
                    <a:p>
                      <a:pPr marL="0" algn="ctr" defTabSz="914400" rtl="0" eaLnBrk="1" latinLnBrk="0" hangingPunct="1"/>
                      <a:r>
                        <a:rPr lang="en-US" altLang="zh-CN" sz="1800" b="0" kern="1200" dirty="0" smtClean="0">
                          <a:solidFill>
                            <a:schemeClr val="tx1"/>
                          </a:solidFill>
                          <a:latin typeface="+mn-lt"/>
                          <a:ea typeface="+mn-ea"/>
                          <a:cs typeface="+mn-cs"/>
                        </a:rPr>
                        <a:t>Y</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rowSpan="2">
                  <a:txBody>
                    <a:bodyPr/>
                    <a:lstStyle/>
                    <a:p>
                      <a:pPr marL="0" algn="ctr" defTabSz="914400" rtl="0" eaLnBrk="1" latinLnBrk="0" hangingPunct="1"/>
                      <a:endParaRPr lang="en-US" altLang="zh-CN" sz="1800" b="0" kern="1200" dirty="0" smtClean="0">
                        <a:solidFill>
                          <a:schemeClr val="tx1"/>
                        </a:solidFill>
                        <a:latin typeface="+mn-lt"/>
                        <a:ea typeface="+mn-ea"/>
                        <a:cs typeface="+mn-cs"/>
                      </a:endParaRPr>
                    </a:p>
                    <a:p>
                      <a:pPr marL="0" algn="ctr" defTabSz="914400" rtl="0" eaLnBrk="1" latinLnBrk="0" hangingPunct="1"/>
                      <a:r>
                        <a:rPr lang="en-US" altLang="zh-CN" sz="1800" b="0" kern="1200" dirty="0" smtClean="0">
                          <a:solidFill>
                            <a:schemeClr val="tx1"/>
                          </a:solidFill>
                          <a:latin typeface="+mn-lt"/>
                          <a:ea typeface="+mn-ea"/>
                          <a:cs typeface="+mn-cs"/>
                        </a:rPr>
                        <a:t>W=Y</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vMerge="1">
                  <a:txBody>
                    <a:bodyPr/>
                    <a:lstStyle/>
                    <a:p>
                      <a:pPr marL="0" algn="ctr" defTabSz="914400" rtl="0" eaLnBrk="1" latinLnBrk="0" hangingPunct="1"/>
                      <a:endParaRPr lang="zh-CN" altLang="en-US" sz="1800" b="1"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C</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B</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A</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algn="ctr" defTabSz="914400" rtl="0" eaLnBrk="1" latinLnBrk="0" hangingPunct="1"/>
                      <a:endParaRPr lang="zh-CN" altLang="en-US" sz="1800" b="1"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vMerge="1">
                  <a:txBody>
                    <a:bodyPr/>
                    <a:lstStyle/>
                    <a:p>
                      <a:pPr marL="0" algn="ctr" defTabSz="914400" rtl="0" eaLnBrk="1" latinLnBrk="0" hangingPunct="1"/>
                      <a:endParaRPr lang="zh-CN" altLang="en-US" sz="1800" b="1"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marL="0" algn="ctr" defTabSz="914400" rtl="0" eaLnBrk="1" latinLnBrk="0" hangingPunct="1"/>
                      <a:r>
                        <a:rPr lang="en-US" altLang="zh-CN" sz="1800" b="0" kern="1200" dirty="0" smtClean="0">
                          <a:solidFill>
                            <a:schemeClr val="tx1"/>
                          </a:solidFill>
                          <a:latin typeface="+mn-lt"/>
                          <a:ea typeface="+mn-ea"/>
                          <a:cs typeface="+mn-cs"/>
                        </a:rPr>
                        <a:t>1</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X</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X</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X</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0</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1</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marL="0" algn="ctr" defTabSz="914400" rtl="0" eaLnBrk="1" latinLnBrk="0" hangingPunct="1"/>
                      <a:r>
                        <a:rPr lang="en-US" altLang="zh-CN" sz="1800" b="0" kern="1200" dirty="0" smtClean="0">
                          <a:solidFill>
                            <a:schemeClr val="tx1"/>
                          </a:solidFill>
                          <a:latin typeface="+mn-lt"/>
                          <a:ea typeface="+mn-ea"/>
                          <a:cs typeface="+mn-cs"/>
                        </a:rPr>
                        <a:t>0</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0</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0</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0</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D0</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D0</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marL="0" algn="ctr" defTabSz="914400" rtl="0" eaLnBrk="1" latinLnBrk="0" hangingPunct="1"/>
                      <a:r>
                        <a:rPr lang="en-US" altLang="zh-CN" sz="1800" b="0" kern="1200" dirty="0" smtClean="0">
                          <a:solidFill>
                            <a:schemeClr val="tx1"/>
                          </a:solidFill>
                          <a:latin typeface="+mn-lt"/>
                          <a:ea typeface="+mn-ea"/>
                          <a:cs typeface="+mn-cs"/>
                        </a:rPr>
                        <a:t>0</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0</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0</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1</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D1</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D1</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marL="0" algn="ctr" defTabSz="914400" rtl="0" eaLnBrk="1" latinLnBrk="0" hangingPunct="1"/>
                      <a:r>
                        <a:rPr lang="en-US" altLang="zh-CN" sz="1800" b="0" kern="1200" dirty="0" smtClean="0">
                          <a:solidFill>
                            <a:schemeClr val="tx1"/>
                          </a:solidFill>
                          <a:latin typeface="+mn-lt"/>
                          <a:ea typeface="+mn-ea"/>
                          <a:cs typeface="+mn-cs"/>
                        </a:rPr>
                        <a:t>0</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0</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1</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0</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D2</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D2</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marL="0" algn="ctr" defTabSz="914400" rtl="0" eaLnBrk="1" latinLnBrk="0" hangingPunct="1"/>
                      <a:r>
                        <a:rPr lang="en-US" altLang="zh-CN" sz="1800" b="0" kern="1200" dirty="0" smtClean="0">
                          <a:solidFill>
                            <a:schemeClr val="tx1"/>
                          </a:solidFill>
                          <a:latin typeface="+mn-lt"/>
                          <a:ea typeface="+mn-ea"/>
                          <a:cs typeface="+mn-cs"/>
                        </a:rPr>
                        <a:t>0</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0</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1</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1</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D3</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D3</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marL="0" algn="ctr" defTabSz="914400" rtl="0" eaLnBrk="1" latinLnBrk="0" hangingPunct="1"/>
                      <a:r>
                        <a:rPr lang="en-US" altLang="zh-CN" sz="1800" b="0" kern="1200" dirty="0" smtClean="0">
                          <a:solidFill>
                            <a:schemeClr val="tx1"/>
                          </a:solidFill>
                          <a:latin typeface="+mn-lt"/>
                          <a:ea typeface="+mn-ea"/>
                          <a:cs typeface="+mn-cs"/>
                        </a:rPr>
                        <a:t>0</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1</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0</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0</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D4</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D4</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marL="0" algn="ctr" defTabSz="914400" rtl="0" eaLnBrk="1" latinLnBrk="0" hangingPunct="1"/>
                      <a:r>
                        <a:rPr lang="en-US" altLang="zh-CN" sz="1800" b="0" kern="1200" dirty="0" smtClean="0">
                          <a:solidFill>
                            <a:schemeClr val="tx1"/>
                          </a:solidFill>
                          <a:latin typeface="+mn-lt"/>
                          <a:ea typeface="+mn-ea"/>
                          <a:cs typeface="+mn-cs"/>
                        </a:rPr>
                        <a:t>0</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1</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0</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1</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D5</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D5</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marL="0" algn="ctr" defTabSz="914400" rtl="0" eaLnBrk="1" latinLnBrk="0" hangingPunct="1"/>
                      <a:r>
                        <a:rPr lang="en-US" altLang="zh-CN" sz="1800" b="0" kern="1200" dirty="0" smtClean="0">
                          <a:solidFill>
                            <a:schemeClr val="tx1"/>
                          </a:solidFill>
                          <a:latin typeface="+mn-lt"/>
                          <a:ea typeface="+mn-ea"/>
                          <a:cs typeface="+mn-cs"/>
                        </a:rPr>
                        <a:t>0</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1</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1</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0</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D6</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D6</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70840">
                <a:tc>
                  <a:txBody>
                    <a:bodyPr/>
                    <a:lstStyle/>
                    <a:p>
                      <a:pPr marL="0" algn="ctr" defTabSz="914400" rtl="0" eaLnBrk="1" latinLnBrk="0" hangingPunct="1"/>
                      <a:r>
                        <a:rPr lang="en-US" altLang="zh-CN" sz="1800" b="0" kern="1200" dirty="0" smtClean="0">
                          <a:solidFill>
                            <a:schemeClr val="tx1"/>
                          </a:solidFill>
                          <a:latin typeface="+mn-lt"/>
                          <a:ea typeface="+mn-ea"/>
                          <a:cs typeface="+mn-cs"/>
                        </a:rPr>
                        <a:t>0</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1</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1</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1</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D7</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altLang="zh-CN" sz="1800" b="0" kern="1200" dirty="0" smtClean="0">
                          <a:solidFill>
                            <a:schemeClr val="tx1"/>
                          </a:solidFill>
                          <a:latin typeface="+mn-lt"/>
                          <a:ea typeface="+mn-ea"/>
                          <a:cs typeface="+mn-cs"/>
                        </a:rPr>
                        <a:t>D7</a:t>
                      </a:r>
                      <a:endParaRPr lang="zh-CN" altLang="en-US" sz="1800" b="0" kern="1200" dirty="0" smtClean="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12" name="标题 11"/>
          <p:cNvSpPr>
            <a:spLocks noGrp="1"/>
          </p:cNvSpPr>
          <p:nvPr>
            <p:ph type="title"/>
          </p:nvPr>
        </p:nvSpPr>
        <p:spPr/>
        <p:txBody>
          <a:bodyPr/>
          <a:lstStyle/>
          <a:p>
            <a:r>
              <a:rPr lang="en-US" altLang="zh-CN" dirty="0" smtClean="0"/>
              <a:t>74LS151</a:t>
            </a:r>
            <a:r>
              <a:rPr lang="zh-CN" altLang="en-US" dirty="0" smtClean="0"/>
              <a:t>引脚功能</a:t>
            </a:r>
            <a:endParaRPr lang="zh-CN" altLang="en-US" dirty="0"/>
          </a:p>
        </p:txBody>
      </p:sp>
      <p:cxnSp>
        <p:nvCxnSpPr>
          <p:cNvPr id="14" name="直接连接符 13"/>
          <p:cNvCxnSpPr/>
          <p:nvPr/>
        </p:nvCxnSpPr>
        <p:spPr bwMode="auto">
          <a:xfrm>
            <a:off x="5286380" y="2214554"/>
            <a:ext cx="214314"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5" name="直接连接符 14"/>
          <p:cNvCxnSpPr/>
          <p:nvPr/>
        </p:nvCxnSpPr>
        <p:spPr bwMode="auto">
          <a:xfrm>
            <a:off x="8572528" y="2176983"/>
            <a:ext cx="214314"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6" name="直接连接符 15"/>
          <p:cNvCxnSpPr/>
          <p:nvPr/>
        </p:nvCxnSpPr>
        <p:spPr bwMode="auto">
          <a:xfrm>
            <a:off x="8320643" y="3022950"/>
            <a:ext cx="214314"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7" name="直接连接符 16"/>
          <p:cNvCxnSpPr/>
          <p:nvPr/>
        </p:nvCxnSpPr>
        <p:spPr bwMode="auto">
          <a:xfrm>
            <a:off x="8335636" y="3393545"/>
            <a:ext cx="214314"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8" name="直接连接符 17"/>
          <p:cNvCxnSpPr/>
          <p:nvPr/>
        </p:nvCxnSpPr>
        <p:spPr bwMode="auto">
          <a:xfrm>
            <a:off x="8358214" y="5630701"/>
            <a:ext cx="214314"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19" name="直接连接符 18"/>
          <p:cNvCxnSpPr/>
          <p:nvPr/>
        </p:nvCxnSpPr>
        <p:spPr bwMode="auto">
          <a:xfrm>
            <a:off x="8358214" y="5258518"/>
            <a:ext cx="214314"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0" name="直接连接符 19"/>
          <p:cNvCxnSpPr/>
          <p:nvPr/>
        </p:nvCxnSpPr>
        <p:spPr bwMode="auto">
          <a:xfrm>
            <a:off x="8358214" y="4878750"/>
            <a:ext cx="214314"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1" name="直接连接符 20"/>
          <p:cNvCxnSpPr/>
          <p:nvPr/>
        </p:nvCxnSpPr>
        <p:spPr bwMode="auto">
          <a:xfrm>
            <a:off x="8384496" y="4498982"/>
            <a:ext cx="214314"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2" name="直接连接符 21"/>
          <p:cNvCxnSpPr/>
          <p:nvPr/>
        </p:nvCxnSpPr>
        <p:spPr bwMode="auto">
          <a:xfrm>
            <a:off x="8358214" y="4141792"/>
            <a:ext cx="214314"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cxnSp>
        <p:nvCxnSpPr>
          <p:cNvPr id="23" name="直接连接符 22"/>
          <p:cNvCxnSpPr/>
          <p:nvPr/>
        </p:nvCxnSpPr>
        <p:spPr bwMode="auto">
          <a:xfrm>
            <a:off x="8358214" y="3786190"/>
            <a:ext cx="214314" cy="1588"/>
          </a:xfrm>
          <a:prstGeom prst="line">
            <a:avLst/>
          </a:prstGeom>
          <a:solidFill>
            <a:schemeClr val="accent1"/>
          </a:solidFill>
          <a:ln w="9525" cap="flat" cmpd="sng" algn="ctr">
            <a:solidFill>
              <a:schemeClr val="tx1"/>
            </a:solidFill>
            <a:prstDash val="solid"/>
            <a:round/>
            <a:headEnd type="none" w="med" len="med"/>
            <a:tailEnd type="none" w="med" len="med"/>
          </a:ln>
          <a:effectLst/>
        </p:spPr>
      </p:cxn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descr="Rectangle: Click to edit Master text styles&#10;Second level&#10;Third level&#10;Fourth level&#10;Fifth level"/>
          <p:cNvSpPr>
            <a:spLocks noGrp="1"/>
          </p:cNvSpPr>
          <p:nvPr>
            <p:ph idx="1"/>
          </p:nvPr>
        </p:nvSpPr>
        <p:spPr>
          <a:xfrm>
            <a:off x="500063" y="1500188"/>
            <a:ext cx="8215312" cy="4357687"/>
          </a:xfrm>
        </p:spPr>
        <p:txBody>
          <a:bodyPr/>
          <a:lstStyle/>
          <a:p>
            <a:pPr indent="-720000">
              <a:lnSpc>
                <a:spcPts val="3000"/>
              </a:lnSpc>
              <a:buFont typeface="Wingdings" pitchFamily="2" charset="2"/>
              <a:buNone/>
              <a:defRPr/>
            </a:pPr>
            <a:r>
              <a:rPr lang="zh-CN" altLang="en-US" sz="2400" kern="1200" dirty="0" smtClean="0">
                <a:solidFill>
                  <a:srgbClr val="000000"/>
                </a:solidFill>
              </a:rPr>
              <a:t>（</a:t>
            </a:r>
            <a:r>
              <a:rPr lang="en-US" altLang="en-US" sz="2400" kern="1200" dirty="0" smtClean="0">
                <a:solidFill>
                  <a:srgbClr val="000000"/>
                </a:solidFill>
              </a:rPr>
              <a:t>1</a:t>
            </a:r>
            <a:r>
              <a:rPr lang="zh-CN" altLang="en-US" sz="2400" kern="1200" dirty="0" smtClean="0">
                <a:solidFill>
                  <a:srgbClr val="000000"/>
                </a:solidFill>
              </a:rPr>
              <a:t>）当使能端</a:t>
            </a:r>
            <a:r>
              <a:rPr lang="en-US" altLang="en-US" sz="2400" kern="1200" dirty="0" smtClean="0">
                <a:solidFill>
                  <a:srgbClr val="000000"/>
                </a:solidFill>
              </a:rPr>
              <a:t>G</a:t>
            </a:r>
            <a:r>
              <a:rPr lang="zh-CN" altLang="en-US" sz="2400" kern="1200" dirty="0" smtClean="0">
                <a:solidFill>
                  <a:srgbClr val="000000"/>
                </a:solidFill>
              </a:rPr>
              <a:t>＝</a:t>
            </a:r>
            <a:r>
              <a:rPr lang="en-US" altLang="zh-CN" sz="2400" kern="1200" dirty="0" smtClean="0">
                <a:solidFill>
                  <a:srgbClr val="000000"/>
                </a:solidFill>
              </a:rPr>
              <a:t>1</a:t>
            </a:r>
            <a:r>
              <a:rPr lang="zh-CN" altLang="en-US" sz="2400" kern="1200" dirty="0" smtClean="0">
                <a:solidFill>
                  <a:srgbClr val="000000"/>
                </a:solidFill>
              </a:rPr>
              <a:t>时</a:t>
            </a:r>
            <a:r>
              <a:rPr lang="zh-CN" altLang="en-US" sz="2400" kern="1200" dirty="0" smtClean="0">
                <a:solidFill>
                  <a:srgbClr val="000000"/>
                </a:solidFill>
              </a:rPr>
              <a:t>，多路开关被禁止工作。</a:t>
            </a:r>
            <a:r>
              <a:rPr lang="zh-CN" altLang="en-US" sz="2400" kern="1200" dirty="0" smtClean="0">
                <a:solidFill>
                  <a:srgbClr val="000000"/>
                </a:solidFill>
              </a:rPr>
              <a:t>此时不论</a:t>
            </a:r>
            <a:r>
              <a:rPr lang="en-US" altLang="en-US" sz="2400" kern="1200" dirty="0" smtClean="0">
                <a:solidFill>
                  <a:srgbClr val="000000"/>
                </a:solidFill>
              </a:rPr>
              <a:t>ABC</a:t>
            </a:r>
            <a:r>
              <a:rPr lang="zh-CN" altLang="en-US" sz="2400" kern="1200" dirty="0" smtClean="0">
                <a:solidFill>
                  <a:srgbClr val="000000"/>
                </a:solidFill>
              </a:rPr>
              <a:t>状态如何，</a:t>
            </a:r>
            <a:r>
              <a:rPr lang="en-US" altLang="zh-CN" sz="2400" kern="1200" dirty="0" smtClean="0">
                <a:solidFill>
                  <a:srgbClr val="000000"/>
                </a:solidFill>
              </a:rPr>
              <a:t>Y</a:t>
            </a:r>
            <a:r>
              <a:rPr lang="zh-CN" altLang="en-US" sz="2400" kern="1200" dirty="0" smtClean="0">
                <a:solidFill>
                  <a:srgbClr val="000000"/>
                </a:solidFill>
              </a:rPr>
              <a:t>、</a:t>
            </a:r>
            <a:r>
              <a:rPr lang="en-US" altLang="zh-CN" sz="2400" kern="1200" dirty="0" smtClean="0">
                <a:solidFill>
                  <a:srgbClr val="000000"/>
                </a:solidFill>
              </a:rPr>
              <a:t>W</a:t>
            </a:r>
            <a:r>
              <a:rPr lang="zh-CN" altLang="en-US" sz="2400" kern="1200" dirty="0" smtClean="0">
                <a:solidFill>
                  <a:srgbClr val="000000"/>
                </a:solidFill>
              </a:rPr>
              <a:t>均输出无效</a:t>
            </a:r>
            <a:r>
              <a:rPr lang="zh-CN" altLang="en-US" sz="2400" kern="1200" dirty="0" smtClean="0">
                <a:solidFill>
                  <a:srgbClr val="000000"/>
                </a:solidFill>
              </a:rPr>
              <a:t>（</a:t>
            </a:r>
            <a:r>
              <a:rPr lang="en-US" altLang="en-US" sz="2400" kern="1200" dirty="0" smtClean="0">
                <a:solidFill>
                  <a:srgbClr val="000000"/>
                </a:solidFill>
              </a:rPr>
              <a:t>Y</a:t>
            </a:r>
            <a:r>
              <a:rPr lang="zh-CN" altLang="en-US" sz="2400" kern="1200" dirty="0" smtClean="0">
                <a:solidFill>
                  <a:srgbClr val="000000"/>
                </a:solidFill>
              </a:rPr>
              <a:t>＝</a:t>
            </a:r>
            <a:r>
              <a:rPr lang="en-US" altLang="zh-CN" sz="2400" kern="1200" dirty="0" smtClean="0">
                <a:solidFill>
                  <a:srgbClr val="000000"/>
                </a:solidFill>
              </a:rPr>
              <a:t>0</a:t>
            </a:r>
            <a:r>
              <a:rPr lang="zh-CN" altLang="en-US" sz="2400" kern="1200" dirty="0" smtClean="0">
                <a:solidFill>
                  <a:srgbClr val="000000"/>
                </a:solidFill>
              </a:rPr>
              <a:t>，</a:t>
            </a:r>
            <a:r>
              <a:rPr lang="en-US" altLang="zh-CN" sz="2400" kern="1200" dirty="0" smtClean="0">
                <a:solidFill>
                  <a:srgbClr val="000000"/>
                </a:solidFill>
              </a:rPr>
              <a:t>W</a:t>
            </a:r>
            <a:r>
              <a:rPr lang="zh-CN" altLang="en-US" sz="2400" kern="1200" dirty="0" smtClean="0">
                <a:solidFill>
                  <a:srgbClr val="000000"/>
                </a:solidFill>
              </a:rPr>
              <a:t>＝</a:t>
            </a:r>
            <a:r>
              <a:rPr lang="en-US" altLang="zh-CN" sz="2400" kern="1200" dirty="0" smtClean="0">
                <a:solidFill>
                  <a:srgbClr val="000000"/>
                </a:solidFill>
              </a:rPr>
              <a:t>1</a:t>
            </a:r>
            <a:r>
              <a:rPr lang="zh-CN" altLang="en-US" sz="2400" kern="1200" dirty="0" smtClean="0">
                <a:solidFill>
                  <a:srgbClr val="000000"/>
                </a:solidFill>
              </a:rPr>
              <a:t>）</a:t>
            </a:r>
            <a:r>
              <a:rPr lang="zh-CN" altLang="en-US" sz="2400" kern="1200" dirty="0" smtClean="0">
                <a:solidFill>
                  <a:srgbClr val="000000"/>
                </a:solidFill>
              </a:rPr>
              <a:t>。</a:t>
            </a:r>
          </a:p>
          <a:p>
            <a:pPr>
              <a:lnSpc>
                <a:spcPts val="3000"/>
              </a:lnSpc>
              <a:buFont typeface="Wingdings" pitchFamily="2" charset="2"/>
              <a:buNone/>
              <a:defRPr/>
            </a:pPr>
            <a:r>
              <a:rPr lang="zh-CN" altLang="en-US" sz="2400" kern="1200" dirty="0" smtClean="0">
                <a:solidFill>
                  <a:srgbClr val="000000"/>
                </a:solidFill>
              </a:rPr>
              <a:t>（</a:t>
            </a:r>
            <a:r>
              <a:rPr lang="en-US" altLang="en-US" sz="2400" kern="1200" dirty="0" smtClean="0">
                <a:solidFill>
                  <a:srgbClr val="000000"/>
                </a:solidFill>
              </a:rPr>
              <a:t>2</a:t>
            </a:r>
            <a:r>
              <a:rPr lang="zh-CN" altLang="en-US" sz="2400" kern="1200" dirty="0" smtClean="0">
                <a:solidFill>
                  <a:srgbClr val="000000"/>
                </a:solidFill>
              </a:rPr>
              <a:t>）当使能端</a:t>
            </a:r>
            <a:r>
              <a:rPr lang="en-US" altLang="zh-CN" sz="2400" kern="1200" dirty="0" smtClean="0">
                <a:solidFill>
                  <a:srgbClr val="000000"/>
                </a:solidFill>
              </a:rPr>
              <a:t>G</a:t>
            </a:r>
            <a:r>
              <a:rPr lang="zh-CN" altLang="en-US" sz="2400" kern="1200" dirty="0" smtClean="0">
                <a:solidFill>
                  <a:srgbClr val="000000"/>
                </a:solidFill>
              </a:rPr>
              <a:t>＝</a:t>
            </a:r>
            <a:r>
              <a:rPr lang="en-US" altLang="zh-CN" sz="2400" kern="1200" dirty="0" smtClean="0">
                <a:solidFill>
                  <a:srgbClr val="000000"/>
                </a:solidFill>
              </a:rPr>
              <a:t>0</a:t>
            </a:r>
            <a:r>
              <a:rPr lang="zh-CN" altLang="en-US" sz="2400" kern="1200" dirty="0" smtClean="0">
                <a:solidFill>
                  <a:srgbClr val="000000"/>
                </a:solidFill>
              </a:rPr>
              <a:t>时</a:t>
            </a:r>
            <a:r>
              <a:rPr lang="zh-CN" altLang="en-US" sz="2400" kern="1200" dirty="0" smtClean="0">
                <a:solidFill>
                  <a:srgbClr val="000000"/>
                </a:solidFill>
              </a:rPr>
              <a:t>，多路开关正常工作。根据地址码</a:t>
            </a:r>
            <a:r>
              <a:rPr lang="en-US" altLang="en-US" sz="2400" kern="1200" dirty="0" smtClean="0">
                <a:solidFill>
                  <a:srgbClr val="000000"/>
                </a:solidFill>
              </a:rPr>
              <a:t>A</a:t>
            </a:r>
            <a:r>
              <a:rPr lang="zh-CN" altLang="en-US" sz="2400" kern="1200" dirty="0" smtClean="0">
                <a:solidFill>
                  <a:srgbClr val="000000"/>
                </a:solidFill>
              </a:rPr>
              <a:t>、</a:t>
            </a:r>
            <a:r>
              <a:rPr lang="en-US" altLang="zh-CN" sz="2400" kern="1200" dirty="0" smtClean="0">
                <a:solidFill>
                  <a:srgbClr val="000000"/>
                </a:solidFill>
              </a:rPr>
              <a:t>B</a:t>
            </a:r>
            <a:r>
              <a:rPr lang="zh-CN" altLang="en-US" sz="2400" kern="1200" dirty="0" smtClean="0">
                <a:solidFill>
                  <a:srgbClr val="000000"/>
                </a:solidFill>
              </a:rPr>
              <a:t>、</a:t>
            </a:r>
            <a:r>
              <a:rPr lang="en-US" altLang="zh-CN" sz="2400" kern="1200" dirty="0" smtClean="0">
                <a:solidFill>
                  <a:srgbClr val="000000"/>
                </a:solidFill>
              </a:rPr>
              <a:t>C</a:t>
            </a:r>
            <a:r>
              <a:rPr lang="zh-CN" altLang="en-US" sz="2400" kern="1200" dirty="0" smtClean="0">
                <a:solidFill>
                  <a:srgbClr val="000000"/>
                </a:solidFill>
              </a:rPr>
              <a:t>的状态选择</a:t>
            </a:r>
            <a:r>
              <a:rPr lang="en-US" altLang="en-US" sz="2400" kern="1200" dirty="0" smtClean="0">
                <a:solidFill>
                  <a:srgbClr val="000000"/>
                </a:solidFill>
              </a:rPr>
              <a:t>D0</a:t>
            </a:r>
            <a:r>
              <a:rPr lang="zh-CN" altLang="en-US" sz="2400" kern="1200" dirty="0" smtClean="0">
                <a:solidFill>
                  <a:srgbClr val="000000"/>
                </a:solidFill>
              </a:rPr>
              <a:t>～</a:t>
            </a:r>
            <a:r>
              <a:rPr lang="en-US" altLang="en-US" sz="2400" kern="1200" dirty="0" smtClean="0">
                <a:solidFill>
                  <a:srgbClr val="000000"/>
                </a:solidFill>
              </a:rPr>
              <a:t>D7</a:t>
            </a:r>
            <a:r>
              <a:rPr lang="zh-CN" altLang="en-US" sz="2400" kern="1200" dirty="0" smtClean="0">
                <a:solidFill>
                  <a:srgbClr val="000000"/>
                </a:solidFill>
              </a:rPr>
              <a:t>中某个输入端的数据输送到输出端</a:t>
            </a:r>
            <a:r>
              <a:rPr lang="en-US" altLang="zh-CN" sz="2400" kern="1200" dirty="0" smtClean="0">
                <a:solidFill>
                  <a:srgbClr val="000000"/>
                </a:solidFill>
              </a:rPr>
              <a:t>Y</a:t>
            </a:r>
            <a:r>
              <a:rPr lang="zh-CN" altLang="en-US" sz="2400" kern="1200" dirty="0" smtClean="0">
                <a:solidFill>
                  <a:srgbClr val="000000"/>
                </a:solidFill>
              </a:rPr>
              <a:t>。</a:t>
            </a:r>
            <a:endParaRPr lang="en-US" altLang="zh-CN" sz="2400" kern="1200" dirty="0" smtClean="0">
              <a:solidFill>
                <a:srgbClr val="000000"/>
              </a:solidFill>
            </a:endParaRPr>
          </a:p>
          <a:p>
            <a:pPr>
              <a:lnSpc>
                <a:spcPts val="3000"/>
              </a:lnSpc>
              <a:buFont typeface="Wingdings" pitchFamily="2" charset="2"/>
              <a:buNone/>
              <a:defRPr/>
            </a:pPr>
            <a:r>
              <a:rPr lang="en-US" altLang="zh-CN" sz="2400" kern="1200" dirty="0" smtClean="0">
                <a:solidFill>
                  <a:srgbClr val="000000"/>
                </a:solidFill>
              </a:rPr>
              <a:t>        </a:t>
            </a:r>
            <a:r>
              <a:rPr lang="zh-CN" altLang="en-US" sz="2400" kern="1200" dirty="0" smtClean="0">
                <a:solidFill>
                  <a:srgbClr val="000000"/>
                </a:solidFill>
              </a:rPr>
              <a:t>例如：当</a:t>
            </a:r>
            <a:r>
              <a:rPr lang="en-US" altLang="zh-CN" sz="2400" kern="1200" dirty="0" smtClean="0">
                <a:solidFill>
                  <a:srgbClr val="000000"/>
                </a:solidFill>
              </a:rPr>
              <a:t> C B A </a:t>
            </a:r>
            <a:r>
              <a:rPr lang="zh-CN" altLang="en-US" sz="2400" kern="1200" dirty="0" smtClean="0">
                <a:solidFill>
                  <a:srgbClr val="000000"/>
                </a:solidFill>
              </a:rPr>
              <a:t>＝</a:t>
            </a:r>
            <a:r>
              <a:rPr lang="en-US" altLang="zh-CN" sz="2400" kern="1200" dirty="0" smtClean="0">
                <a:solidFill>
                  <a:srgbClr val="000000"/>
                </a:solidFill>
              </a:rPr>
              <a:t>000</a:t>
            </a:r>
            <a:r>
              <a:rPr lang="zh-CN" altLang="en-US" sz="2400" kern="1200" dirty="0" smtClean="0">
                <a:solidFill>
                  <a:srgbClr val="000000"/>
                </a:solidFill>
              </a:rPr>
              <a:t>时</a:t>
            </a:r>
            <a:r>
              <a:rPr lang="zh-CN" altLang="en-US" sz="2400" kern="1200" dirty="0" smtClean="0">
                <a:solidFill>
                  <a:srgbClr val="000000"/>
                </a:solidFill>
              </a:rPr>
              <a:t>，则选择</a:t>
            </a:r>
            <a:r>
              <a:rPr lang="en-US" altLang="en-US" sz="2400" kern="1200" dirty="0" smtClean="0">
                <a:solidFill>
                  <a:srgbClr val="000000"/>
                </a:solidFill>
              </a:rPr>
              <a:t>D0</a:t>
            </a:r>
            <a:r>
              <a:rPr lang="zh-CN" altLang="en-US" sz="2400" kern="1200" dirty="0" smtClean="0">
                <a:solidFill>
                  <a:srgbClr val="000000"/>
                </a:solidFill>
              </a:rPr>
              <a:t>输入端，并将</a:t>
            </a:r>
            <a:r>
              <a:rPr lang="en-US" altLang="en-US" sz="2400" kern="1200" dirty="0" smtClean="0">
                <a:solidFill>
                  <a:srgbClr val="000000"/>
                </a:solidFill>
              </a:rPr>
              <a:t>D0</a:t>
            </a:r>
            <a:r>
              <a:rPr lang="zh-CN" altLang="en-US" sz="2400" kern="1200" dirty="0" smtClean="0">
                <a:solidFill>
                  <a:srgbClr val="000000"/>
                </a:solidFill>
              </a:rPr>
              <a:t>输入端的数据送到输出端</a:t>
            </a:r>
            <a:r>
              <a:rPr lang="en-US" altLang="zh-CN" sz="2400" kern="1200" dirty="0" smtClean="0">
                <a:solidFill>
                  <a:srgbClr val="000000"/>
                </a:solidFill>
              </a:rPr>
              <a:t>Y</a:t>
            </a:r>
            <a:r>
              <a:rPr lang="zh-CN" altLang="en-US" sz="2400" kern="1200" dirty="0" smtClean="0">
                <a:solidFill>
                  <a:srgbClr val="000000"/>
                </a:solidFill>
              </a:rPr>
              <a:t>，即</a:t>
            </a:r>
            <a:r>
              <a:rPr lang="en-US" altLang="zh-CN" sz="2400" kern="1200" dirty="0" smtClean="0">
                <a:solidFill>
                  <a:srgbClr val="000000"/>
                </a:solidFill>
              </a:rPr>
              <a:t>Y</a:t>
            </a:r>
            <a:r>
              <a:rPr lang="zh-CN" altLang="en-US" sz="2400" kern="1200" dirty="0" smtClean="0">
                <a:solidFill>
                  <a:srgbClr val="000000"/>
                </a:solidFill>
              </a:rPr>
              <a:t>＝</a:t>
            </a:r>
            <a:r>
              <a:rPr lang="en-US" altLang="en-US" sz="2400" kern="1200" dirty="0" smtClean="0">
                <a:solidFill>
                  <a:srgbClr val="000000"/>
                </a:solidFill>
              </a:rPr>
              <a:t>D0</a:t>
            </a:r>
            <a:r>
              <a:rPr lang="zh-CN" altLang="en-US" sz="2400" kern="1200" dirty="0" smtClean="0">
                <a:solidFill>
                  <a:srgbClr val="000000"/>
                </a:solidFill>
              </a:rPr>
              <a:t>。当</a:t>
            </a:r>
            <a:r>
              <a:rPr lang="en-US" altLang="zh-CN" sz="2400" kern="1200" dirty="0" smtClean="0">
                <a:solidFill>
                  <a:srgbClr val="000000"/>
                </a:solidFill>
              </a:rPr>
              <a:t>C </a:t>
            </a:r>
            <a:r>
              <a:rPr lang="en-US" altLang="zh-CN" sz="2400" kern="1200" dirty="0" smtClean="0">
                <a:solidFill>
                  <a:srgbClr val="000000"/>
                </a:solidFill>
              </a:rPr>
              <a:t>B </a:t>
            </a:r>
            <a:r>
              <a:rPr lang="en-US" altLang="zh-CN" sz="2400" kern="1200" dirty="0" smtClean="0">
                <a:solidFill>
                  <a:srgbClr val="000000"/>
                </a:solidFill>
              </a:rPr>
              <a:t>A</a:t>
            </a:r>
            <a:r>
              <a:rPr lang="zh-CN" altLang="en-US" sz="2400" kern="1200" dirty="0" smtClean="0">
                <a:solidFill>
                  <a:srgbClr val="000000"/>
                </a:solidFill>
              </a:rPr>
              <a:t>＝</a:t>
            </a:r>
            <a:r>
              <a:rPr lang="en-US" altLang="zh-CN" sz="2400" kern="1200" dirty="0" smtClean="0">
                <a:solidFill>
                  <a:srgbClr val="000000"/>
                </a:solidFill>
              </a:rPr>
              <a:t>001</a:t>
            </a:r>
            <a:r>
              <a:rPr lang="zh-CN" altLang="en-US" sz="2400" kern="1200" dirty="0" smtClean="0">
                <a:solidFill>
                  <a:srgbClr val="000000"/>
                </a:solidFill>
              </a:rPr>
              <a:t>时</a:t>
            </a:r>
            <a:r>
              <a:rPr lang="zh-CN" altLang="en-US" sz="2400" kern="1200" dirty="0" smtClean="0">
                <a:solidFill>
                  <a:srgbClr val="000000"/>
                </a:solidFill>
              </a:rPr>
              <a:t>，则选择</a:t>
            </a:r>
            <a:r>
              <a:rPr lang="en-US" altLang="en-US" sz="2400" kern="1200" dirty="0" smtClean="0">
                <a:solidFill>
                  <a:srgbClr val="000000"/>
                </a:solidFill>
              </a:rPr>
              <a:t>D1</a:t>
            </a:r>
            <a:r>
              <a:rPr lang="zh-CN" altLang="en-US" sz="2400" kern="1200" dirty="0" smtClean="0">
                <a:solidFill>
                  <a:srgbClr val="000000"/>
                </a:solidFill>
              </a:rPr>
              <a:t>输入端，并将</a:t>
            </a:r>
            <a:r>
              <a:rPr lang="en-US" altLang="en-US" sz="2400" kern="1200" dirty="0" smtClean="0">
                <a:solidFill>
                  <a:srgbClr val="000000"/>
                </a:solidFill>
              </a:rPr>
              <a:t>D1</a:t>
            </a:r>
            <a:r>
              <a:rPr lang="zh-CN" altLang="en-US" sz="2400" kern="1200" dirty="0" smtClean="0">
                <a:solidFill>
                  <a:srgbClr val="000000"/>
                </a:solidFill>
              </a:rPr>
              <a:t>输入端的数据送到输出端</a:t>
            </a:r>
            <a:r>
              <a:rPr lang="en-US" altLang="zh-CN" sz="2400" kern="1200" dirty="0" smtClean="0">
                <a:solidFill>
                  <a:srgbClr val="000000"/>
                </a:solidFill>
              </a:rPr>
              <a:t>Y</a:t>
            </a:r>
            <a:r>
              <a:rPr lang="zh-CN" altLang="en-US" sz="2400" kern="1200" dirty="0" smtClean="0">
                <a:solidFill>
                  <a:srgbClr val="000000"/>
                </a:solidFill>
              </a:rPr>
              <a:t>，即</a:t>
            </a:r>
            <a:r>
              <a:rPr lang="en-US" altLang="zh-CN" sz="2400" kern="1200" dirty="0" smtClean="0">
                <a:solidFill>
                  <a:srgbClr val="000000"/>
                </a:solidFill>
              </a:rPr>
              <a:t>Y</a:t>
            </a:r>
            <a:r>
              <a:rPr lang="zh-CN" altLang="en-US" sz="2400" kern="1200" dirty="0" smtClean="0">
                <a:solidFill>
                  <a:srgbClr val="000000"/>
                </a:solidFill>
              </a:rPr>
              <a:t>＝</a:t>
            </a:r>
            <a:r>
              <a:rPr lang="en-US" altLang="en-US" sz="2400" kern="1200" dirty="0" smtClean="0">
                <a:solidFill>
                  <a:srgbClr val="000000"/>
                </a:solidFill>
              </a:rPr>
              <a:t>D1</a:t>
            </a:r>
            <a:r>
              <a:rPr lang="zh-CN" altLang="en-US" sz="2400" kern="1200" dirty="0" smtClean="0">
                <a:solidFill>
                  <a:srgbClr val="000000"/>
                </a:solidFill>
              </a:rPr>
              <a:t>，以此类推</a:t>
            </a:r>
            <a:r>
              <a:rPr lang="zh-CN" altLang="en-US" sz="2400" kern="1200" dirty="0" smtClean="0">
                <a:solidFill>
                  <a:srgbClr val="000000"/>
                </a:solidFill>
              </a:rPr>
              <a:t>。</a:t>
            </a:r>
          </a:p>
          <a:p>
            <a:pPr>
              <a:defRPr/>
            </a:pPr>
            <a:endParaRPr lang="zh-CN" altLang="en-US" dirty="0"/>
          </a:p>
        </p:txBody>
      </p:sp>
      <p:sp>
        <p:nvSpPr>
          <p:cNvPr id="6147" name="标题 1"/>
          <p:cNvSpPr>
            <a:spLocks noGrp="1"/>
          </p:cNvSpPr>
          <p:nvPr>
            <p:ph type="title"/>
          </p:nvPr>
        </p:nvSpPr>
        <p:spPr>
          <a:xfrm>
            <a:off x="571500" y="857250"/>
            <a:ext cx="3357563" cy="571500"/>
          </a:xfrm>
        </p:spPr>
        <p:txBody>
          <a:bodyPr/>
          <a:lstStyle/>
          <a:p>
            <a:pPr>
              <a:buFont typeface="Wingdings" pitchFamily="2" charset="2"/>
              <a:buChar char="n"/>
            </a:pPr>
            <a:r>
              <a:rPr lang="en-US" altLang="zh-CN" sz="2400" b="1" dirty="0" smtClean="0">
                <a:solidFill>
                  <a:srgbClr val="000000"/>
                </a:solidFill>
              </a:rPr>
              <a:t> 74LS151</a:t>
            </a:r>
            <a:r>
              <a:rPr lang="zh-CN" altLang="en-US" sz="2400" b="1" dirty="0" smtClean="0">
                <a:solidFill>
                  <a:srgbClr val="000000"/>
                </a:solidFill>
              </a:rPr>
              <a:t>简介</a:t>
            </a:r>
            <a:endParaRPr lang="zh-CN" altLang="en-US" sz="2400" dirty="0" smtClean="0">
              <a:solidFill>
                <a:srgbClr val="000000"/>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28625" y="285750"/>
            <a:ext cx="7772400" cy="642938"/>
          </a:xfrm>
        </p:spPr>
        <p:txBody>
          <a:bodyPr/>
          <a:lstStyle/>
          <a:p>
            <a:pPr eaLnBrk="1" hangingPunct="1"/>
            <a:r>
              <a:rPr lang="en-US" altLang="zh-CN" sz="3600" b="1" smtClean="0"/>
              <a:t>2. </a:t>
            </a:r>
            <a:r>
              <a:rPr lang="zh-CN" altLang="en-US" sz="3600" b="1" smtClean="0"/>
              <a:t>用译码器实现逻辑函数</a:t>
            </a:r>
          </a:p>
        </p:txBody>
      </p:sp>
      <p:sp>
        <p:nvSpPr>
          <p:cNvPr id="2052" name="Rectangle 4" descr="Rectangle: Click to edit Master text styles&#10;Second level&#10;Third level&#10;Fourth level&#10;Fifth level"/>
          <p:cNvSpPr>
            <a:spLocks noChangeArrowheads="1"/>
          </p:cNvSpPr>
          <p:nvPr/>
        </p:nvSpPr>
        <p:spPr bwMode="auto">
          <a:xfrm>
            <a:off x="642938" y="1100138"/>
            <a:ext cx="7959725" cy="5543550"/>
          </a:xfrm>
          <a:prstGeom prst="rect">
            <a:avLst/>
          </a:prstGeom>
          <a:noFill/>
          <a:ln w="9525">
            <a:noFill/>
            <a:miter lim="800000"/>
            <a:headEnd/>
            <a:tailEnd/>
          </a:ln>
        </p:spPr>
        <p:txBody>
          <a:bodyPr/>
          <a:lstStyle/>
          <a:p>
            <a:pPr marL="457200" indent="-457200">
              <a:lnSpc>
                <a:spcPct val="120000"/>
              </a:lnSpc>
              <a:spcBef>
                <a:spcPct val="20000"/>
              </a:spcBef>
              <a:buSzPct val="110000"/>
              <a:buFont typeface="Wingdings" pitchFamily="2" charset="2"/>
              <a:buChar char="n"/>
              <a:defRPr/>
            </a:pPr>
            <a:r>
              <a:rPr lang="zh-CN" altLang="en-US" b="1" dirty="0">
                <a:solidFill>
                  <a:srgbClr val="000000"/>
                </a:solidFill>
              </a:rPr>
              <a:t>实验任务</a:t>
            </a:r>
          </a:p>
          <a:p>
            <a:pPr marL="914400" lvl="1" indent="-457200">
              <a:lnSpc>
                <a:spcPct val="120000"/>
              </a:lnSpc>
              <a:spcBef>
                <a:spcPct val="20000"/>
              </a:spcBef>
              <a:buClr>
                <a:schemeClr val="tx1"/>
              </a:buClr>
              <a:buSzPct val="60000"/>
              <a:buFont typeface="Wingdings" pitchFamily="2" charset="2"/>
              <a:buNone/>
              <a:defRPr/>
            </a:pPr>
            <a:r>
              <a:rPr lang="zh-CN" altLang="en-US" sz="1800" b="1" dirty="0">
                <a:solidFill>
                  <a:srgbClr val="000000"/>
                </a:solidFill>
              </a:rPr>
              <a:t>用译码器实现下列函数，并下载到</a:t>
            </a:r>
            <a:r>
              <a:rPr lang="en-US" altLang="zh-CN" sz="1800" b="1" dirty="0">
                <a:solidFill>
                  <a:srgbClr val="000000"/>
                </a:solidFill>
              </a:rPr>
              <a:t>FPGA</a:t>
            </a:r>
            <a:r>
              <a:rPr lang="zh-CN" altLang="en-US" sz="1800" b="1" dirty="0">
                <a:solidFill>
                  <a:srgbClr val="000000"/>
                </a:solidFill>
              </a:rPr>
              <a:t>中测试。</a:t>
            </a:r>
            <a:endParaRPr lang="en-US" altLang="zh-CN" sz="1800" b="1" dirty="0">
              <a:solidFill>
                <a:srgbClr val="000000"/>
              </a:solidFill>
            </a:endParaRPr>
          </a:p>
          <a:p>
            <a:pPr marL="914400" lvl="1" indent="-457200">
              <a:lnSpc>
                <a:spcPct val="120000"/>
              </a:lnSpc>
              <a:spcBef>
                <a:spcPct val="20000"/>
              </a:spcBef>
              <a:buClr>
                <a:schemeClr val="tx1"/>
              </a:buClr>
              <a:buSzPct val="60000"/>
              <a:buFont typeface="Wingdings" pitchFamily="2" charset="2"/>
              <a:buNone/>
              <a:defRPr/>
            </a:pPr>
            <a:endParaRPr lang="en-US" altLang="zh-CN" sz="1800" b="1" dirty="0">
              <a:solidFill>
                <a:srgbClr val="000000"/>
              </a:solidFill>
            </a:endParaRPr>
          </a:p>
          <a:p>
            <a:pPr marL="457200" indent="-457200">
              <a:lnSpc>
                <a:spcPct val="120000"/>
              </a:lnSpc>
              <a:spcBef>
                <a:spcPct val="20000"/>
              </a:spcBef>
              <a:buSzPct val="110000"/>
              <a:buFont typeface="Wingdings" pitchFamily="2" charset="2"/>
              <a:buChar char="n"/>
              <a:defRPr/>
            </a:pPr>
            <a:r>
              <a:rPr lang="zh-CN" altLang="en-US" b="1" dirty="0">
                <a:solidFill>
                  <a:srgbClr val="000000"/>
                </a:solidFill>
              </a:rPr>
              <a:t>主要步骤</a:t>
            </a:r>
          </a:p>
          <a:p>
            <a:pPr marL="914400" lvl="1" indent="-457200">
              <a:lnSpc>
                <a:spcPct val="120000"/>
              </a:lnSpc>
              <a:spcBef>
                <a:spcPct val="20000"/>
              </a:spcBef>
              <a:buClr>
                <a:schemeClr val="tx1"/>
              </a:buClr>
              <a:buSzPct val="60000"/>
              <a:buFont typeface="Wingdings" pitchFamily="2" charset="2"/>
              <a:buNone/>
              <a:defRPr/>
            </a:pPr>
            <a:r>
              <a:rPr lang="en-US" altLang="zh-CN" sz="1800" b="1" dirty="0">
                <a:solidFill>
                  <a:srgbClr val="000000"/>
                </a:solidFill>
              </a:rPr>
              <a:t>1. </a:t>
            </a:r>
            <a:r>
              <a:rPr lang="zh-CN" altLang="en-US" sz="1800" b="1" dirty="0">
                <a:solidFill>
                  <a:srgbClr val="000000"/>
                </a:solidFill>
              </a:rPr>
              <a:t>在</a:t>
            </a:r>
            <a:r>
              <a:rPr lang="en-US" altLang="zh-CN" sz="1800" b="1" dirty="0" err="1">
                <a:solidFill>
                  <a:srgbClr val="000000"/>
                </a:solidFill>
              </a:rPr>
              <a:t>Quartus</a:t>
            </a:r>
            <a:r>
              <a:rPr lang="en-US" altLang="zh-CN" sz="1800" b="1" dirty="0">
                <a:solidFill>
                  <a:srgbClr val="000000"/>
                </a:solidFill>
              </a:rPr>
              <a:t> II</a:t>
            </a:r>
            <a:r>
              <a:rPr lang="zh-CN" altLang="en-US" sz="1800" b="1" dirty="0">
                <a:solidFill>
                  <a:srgbClr val="000000"/>
                </a:solidFill>
              </a:rPr>
              <a:t>中选用</a:t>
            </a:r>
            <a:r>
              <a:rPr lang="en-US" altLang="zh-CN" sz="1800" b="1" dirty="0">
                <a:solidFill>
                  <a:srgbClr val="000000"/>
                </a:solidFill>
              </a:rPr>
              <a:t>74LS138</a:t>
            </a:r>
            <a:r>
              <a:rPr lang="zh-CN" altLang="en-US" sz="1800" b="1" dirty="0">
                <a:solidFill>
                  <a:srgbClr val="000000"/>
                </a:solidFill>
              </a:rPr>
              <a:t>，设计函数的逻辑电路图。</a:t>
            </a:r>
          </a:p>
          <a:p>
            <a:pPr marL="914400" lvl="1" indent="-457200">
              <a:lnSpc>
                <a:spcPct val="120000"/>
              </a:lnSpc>
              <a:spcBef>
                <a:spcPct val="20000"/>
              </a:spcBef>
              <a:buClr>
                <a:schemeClr val="tx1"/>
              </a:buClr>
              <a:buSzPct val="60000"/>
              <a:buFont typeface="Wingdings" pitchFamily="2" charset="2"/>
              <a:buNone/>
              <a:defRPr/>
            </a:pPr>
            <a:r>
              <a:rPr lang="en-US" altLang="zh-CN" sz="1800" b="1" dirty="0">
                <a:solidFill>
                  <a:srgbClr val="000000"/>
                </a:solidFill>
              </a:rPr>
              <a:t>2. </a:t>
            </a:r>
            <a:r>
              <a:rPr lang="zh-CN" altLang="en-US" sz="1800" b="1" dirty="0">
                <a:solidFill>
                  <a:srgbClr val="000000"/>
                </a:solidFill>
              </a:rPr>
              <a:t>使用模拟工具进行模拟验证，并通过验证。</a:t>
            </a:r>
          </a:p>
          <a:p>
            <a:pPr marL="914400" lvl="1" indent="-457200">
              <a:lnSpc>
                <a:spcPct val="120000"/>
              </a:lnSpc>
              <a:spcBef>
                <a:spcPct val="20000"/>
              </a:spcBef>
              <a:buClr>
                <a:schemeClr val="tx1"/>
              </a:buClr>
              <a:buSzPct val="60000"/>
              <a:buFont typeface="Wingdings" pitchFamily="2" charset="2"/>
              <a:buNone/>
              <a:defRPr/>
            </a:pPr>
            <a:r>
              <a:rPr lang="en-US" altLang="zh-CN" sz="1800" b="1" dirty="0">
                <a:solidFill>
                  <a:srgbClr val="000000"/>
                </a:solidFill>
              </a:rPr>
              <a:t>3. </a:t>
            </a:r>
            <a:r>
              <a:rPr lang="zh-CN" altLang="en-US" sz="1800" b="1" dirty="0">
                <a:solidFill>
                  <a:srgbClr val="000000"/>
                </a:solidFill>
              </a:rPr>
              <a:t>定义</a:t>
            </a:r>
            <a:r>
              <a:rPr lang="en-US" altLang="zh-CN" sz="1800" b="1" dirty="0">
                <a:solidFill>
                  <a:srgbClr val="000000"/>
                </a:solidFill>
              </a:rPr>
              <a:t>FPGA</a:t>
            </a:r>
            <a:r>
              <a:rPr lang="zh-CN" altLang="en-US" sz="1800" b="1" dirty="0">
                <a:solidFill>
                  <a:srgbClr val="000000"/>
                </a:solidFill>
              </a:rPr>
              <a:t>的</a:t>
            </a:r>
            <a:r>
              <a:rPr lang="en-US" altLang="zh-CN" sz="1800" b="1" dirty="0">
                <a:solidFill>
                  <a:srgbClr val="000000"/>
                </a:solidFill>
              </a:rPr>
              <a:t>IO</a:t>
            </a:r>
            <a:r>
              <a:rPr lang="zh-CN" altLang="en-US" sz="1800" b="1" dirty="0">
                <a:solidFill>
                  <a:srgbClr val="000000"/>
                </a:solidFill>
              </a:rPr>
              <a:t>引脚功能。</a:t>
            </a:r>
          </a:p>
          <a:p>
            <a:pPr marL="914400" lvl="1" indent="-457200">
              <a:lnSpc>
                <a:spcPct val="120000"/>
              </a:lnSpc>
              <a:spcBef>
                <a:spcPct val="20000"/>
              </a:spcBef>
              <a:buClr>
                <a:schemeClr val="tx1"/>
              </a:buClr>
              <a:buSzPct val="60000"/>
              <a:buFont typeface="Wingdings" pitchFamily="2" charset="2"/>
              <a:buNone/>
              <a:defRPr/>
            </a:pPr>
            <a:r>
              <a:rPr lang="en-US" altLang="zh-CN" sz="1800" b="1" dirty="0">
                <a:solidFill>
                  <a:srgbClr val="000000"/>
                </a:solidFill>
              </a:rPr>
              <a:t>4. </a:t>
            </a:r>
            <a:r>
              <a:rPr lang="zh-CN" altLang="en-US" sz="1800" b="1" dirty="0">
                <a:solidFill>
                  <a:srgbClr val="000000"/>
                </a:solidFill>
              </a:rPr>
              <a:t>下载设计的电路到</a:t>
            </a:r>
            <a:r>
              <a:rPr lang="en-US" altLang="zh-CN" sz="1800" b="1" dirty="0">
                <a:solidFill>
                  <a:srgbClr val="000000"/>
                </a:solidFill>
              </a:rPr>
              <a:t>FPGA</a:t>
            </a:r>
            <a:r>
              <a:rPr lang="zh-CN" altLang="en-US" sz="1800" b="1" dirty="0">
                <a:solidFill>
                  <a:srgbClr val="000000"/>
                </a:solidFill>
              </a:rPr>
              <a:t>中。</a:t>
            </a:r>
          </a:p>
          <a:p>
            <a:pPr marL="914400" lvl="1" indent="-457200">
              <a:lnSpc>
                <a:spcPct val="120000"/>
              </a:lnSpc>
              <a:spcBef>
                <a:spcPct val="20000"/>
              </a:spcBef>
              <a:buClr>
                <a:schemeClr val="tx1"/>
              </a:buClr>
              <a:buSzPct val="60000"/>
              <a:buFont typeface="Wingdings" pitchFamily="2" charset="2"/>
              <a:buNone/>
              <a:defRPr/>
            </a:pPr>
            <a:r>
              <a:rPr lang="en-US" altLang="zh-CN" sz="1800" b="1" dirty="0">
                <a:solidFill>
                  <a:srgbClr val="000000"/>
                </a:solidFill>
              </a:rPr>
              <a:t>5. </a:t>
            </a:r>
            <a:r>
              <a:rPr lang="zh-CN" altLang="en-US" sz="1800" b="1" dirty="0">
                <a:solidFill>
                  <a:srgbClr val="000000"/>
                </a:solidFill>
              </a:rPr>
              <a:t>用开关和发光二极管测试下载到</a:t>
            </a:r>
            <a:r>
              <a:rPr lang="en-US" altLang="zh-CN" sz="1800" b="1" dirty="0">
                <a:solidFill>
                  <a:srgbClr val="000000"/>
                </a:solidFill>
              </a:rPr>
              <a:t>FPGA</a:t>
            </a:r>
            <a:r>
              <a:rPr lang="zh-CN" altLang="en-US" sz="1800" b="1" dirty="0">
                <a:solidFill>
                  <a:srgbClr val="000000"/>
                </a:solidFill>
              </a:rPr>
              <a:t>中的电路功能。</a:t>
            </a:r>
          </a:p>
          <a:p>
            <a:pPr lvl="1" indent="-457200">
              <a:lnSpc>
                <a:spcPct val="120000"/>
              </a:lnSpc>
              <a:spcBef>
                <a:spcPct val="20000"/>
              </a:spcBef>
              <a:buSzPct val="110000"/>
              <a:buFont typeface="Wingdings" pitchFamily="2" charset="2"/>
              <a:buChar char="n"/>
              <a:defRPr/>
            </a:pPr>
            <a:r>
              <a:rPr lang="zh-CN" altLang="en-US" b="1" dirty="0">
                <a:solidFill>
                  <a:srgbClr val="000000"/>
                </a:solidFill>
              </a:rPr>
              <a:t>参考资料</a:t>
            </a:r>
          </a:p>
          <a:p>
            <a:pPr marL="812800" indent="-812800">
              <a:lnSpc>
                <a:spcPct val="150000"/>
              </a:lnSpc>
              <a:buFont typeface="Wingdings" pitchFamily="2" charset="2"/>
              <a:buNone/>
              <a:defRPr/>
            </a:pPr>
            <a:r>
              <a:rPr lang="en-US" altLang="zh-CN" sz="2000" b="1" dirty="0">
                <a:solidFill>
                  <a:srgbClr val="000000"/>
                </a:solidFill>
              </a:rPr>
              <a:t>      </a:t>
            </a:r>
            <a:r>
              <a:rPr lang="en-US" altLang="zh-CN" sz="1800" b="1" dirty="0">
                <a:solidFill>
                  <a:srgbClr val="000000"/>
                </a:solidFill>
                <a:latin typeface="+mn-ea"/>
                <a:ea typeface="+mn-ea"/>
              </a:rPr>
              <a:t>1.《</a:t>
            </a:r>
            <a:r>
              <a:rPr lang="zh-CN" altLang="en-US" sz="1800" b="1" dirty="0">
                <a:solidFill>
                  <a:srgbClr val="000000"/>
                </a:solidFill>
                <a:latin typeface="+mn-ea"/>
                <a:ea typeface="+mn-ea"/>
              </a:rPr>
              <a:t>数字逻辑</a:t>
            </a:r>
            <a:r>
              <a:rPr lang="en-US" altLang="zh-CN" sz="1800" b="1" dirty="0">
                <a:solidFill>
                  <a:srgbClr val="000000"/>
                </a:solidFill>
                <a:latin typeface="+mn-ea"/>
                <a:ea typeface="+mn-ea"/>
              </a:rPr>
              <a:t>》</a:t>
            </a:r>
            <a:r>
              <a:rPr lang="zh-CN" altLang="en-US" sz="1800" b="1" dirty="0">
                <a:solidFill>
                  <a:srgbClr val="000000"/>
                </a:solidFill>
                <a:latin typeface="+mn-ea"/>
                <a:ea typeface="+mn-ea"/>
              </a:rPr>
              <a:t>理论课教材</a:t>
            </a:r>
          </a:p>
          <a:p>
            <a:pPr marL="1168400" lvl="1" indent="-711200">
              <a:lnSpc>
                <a:spcPct val="150000"/>
              </a:lnSpc>
              <a:defRPr/>
            </a:pPr>
            <a:r>
              <a:rPr lang="en-US" altLang="zh-CN" sz="1800" b="1" dirty="0">
                <a:solidFill>
                  <a:srgbClr val="000000"/>
                </a:solidFill>
                <a:latin typeface="+mn-ea"/>
                <a:ea typeface="+mn-ea"/>
              </a:rPr>
              <a:t>2.《</a:t>
            </a:r>
            <a:r>
              <a:rPr lang="zh-CN" altLang="en-US" sz="1800" b="1" dirty="0">
                <a:solidFill>
                  <a:srgbClr val="000000"/>
                </a:solidFill>
                <a:latin typeface="+mn-ea"/>
                <a:ea typeface="+mn-ea"/>
              </a:rPr>
              <a:t>数字逻辑实验指导书</a:t>
            </a:r>
            <a:r>
              <a:rPr lang="en-US" altLang="zh-CN" sz="1800" b="1" dirty="0">
                <a:solidFill>
                  <a:srgbClr val="000000"/>
                </a:solidFill>
                <a:latin typeface="+mn-ea"/>
                <a:ea typeface="+mn-ea"/>
              </a:rPr>
              <a:t>》 p.</a:t>
            </a:r>
            <a:r>
              <a:rPr lang="zh-CN" altLang="en-US" sz="1800" b="1" dirty="0">
                <a:solidFill>
                  <a:srgbClr val="000000"/>
                </a:solidFill>
                <a:latin typeface="+mn-ea"/>
                <a:ea typeface="+mn-ea"/>
              </a:rPr>
              <a:t>实验</a:t>
            </a:r>
            <a:r>
              <a:rPr lang="en-US" altLang="zh-CN" sz="1800" b="1" dirty="0">
                <a:solidFill>
                  <a:srgbClr val="000000"/>
                </a:solidFill>
                <a:latin typeface="+mn-ea"/>
                <a:ea typeface="+mn-ea"/>
              </a:rPr>
              <a:t>-25</a:t>
            </a:r>
            <a:r>
              <a:rPr lang="zh-CN" altLang="en-US" sz="1800" b="1" dirty="0">
                <a:solidFill>
                  <a:srgbClr val="000000"/>
                </a:solidFill>
                <a:latin typeface="+mn-ea"/>
                <a:ea typeface="+mn-ea"/>
              </a:rPr>
              <a:t>，“</a:t>
            </a:r>
            <a:r>
              <a:rPr lang="zh-CN" altLang="zh-CN" sz="1800" b="1" dirty="0">
                <a:solidFill>
                  <a:srgbClr val="000000"/>
                </a:solidFill>
                <a:latin typeface="+mn-ea"/>
                <a:ea typeface="+mn-ea"/>
              </a:rPr>
              <a:t>实验五</a:t>
            </a:r>
            <a:r>
              <a:rPr lang="en-US" altLang="zh-CN" sz="1800" b="1" dirty="0">
                <a:solidFill>
                  <a:srgbClr val="000000"/>
                </a:solidFill>
                <a:latin typeface="+mn-ea"/>
                <a:ea typeface="+mn-ea"/>
              </a:rPr>
              <a:t>  </a:t>
            </a:r>
            <a:r>
              <a:rPr lang="zh-CN" altLang="zh-CN" sz="1800" b="1" dirty="0">
                <a:solidFill>
                  <a:srgbClr val="000000"/>
                </a:solidFill>
                <a:latin typeface="+mn-ea"/>
                <a:ea typeface="+mn-ea"/>
              </a:rPr>
              <a:t>编码器、译码器、数据选择器和数值比较器</a:t>
            </a:r>
            <a:r>
              <a:rPr lang="zh-CN" altLang="en-US" sz="1800" b="1" dirty="0">
                <a:solidFill>
                  <a:srgbClr val="000000"/>
                </a:solidFill>
                <a:latin typeface="+mn-ea"/>
                <a:ea typeface="+mn-ea"/>
              </a:rPr>
              <a:t>”</a:t>
            </a:r>
          </a:p>
        </p:txBody>
      </p:sp>
      <p:sp>
        <p:nvSpPr>
          <p:cNvPr id="7172" name="Text Box 6"/>
          <p:cNvSpPr txBox="1">
            <a:spLocks noChangeArrowheads="1"/>
          </p:cNvSpPr>
          <p:nvPr/>
        </p:nvSpPr>
        <p:spPr bwMode="auto">
          <a:xfrm>
            <a:off x="2000250" y="2028825"/>
            <a:ext cx="3811588" cy="400050"/>
          </a:xfrm>
          <a:prstGeom prst="rect">
            <a:avLst/>
          </a:prstGeom>
          <a:noFill/>
          <a:ln w="9525">
            <a:noFill/>
            <a:miter lim="800000"/>
            <a:headEnd/>
            <a:tailEnd/>
          </a:ln>
        </p:spPr>
        <p:txBody>
          <a:bodyPr wrap="none">
            <a:spAutoFit/>
          </a:bodyPr>
          <a:lstStyle/>
          <a:p>
            <a:r>
              <a:rPr lang="en-US" altLang="zh-CN" sz="2000" b="1">
                <a:solidFill>
                  <a:srgbClr val="000000"/>
                </a:solidFill>
                <a:latin typeface="Times New Roman" pitchFamily="18" charset="0"/>
                <a:ea typeface="楷体" pitchFamily="49" charset="-122"/>
              </a:rPr>
              <a:t>Y(</a:t>
            </a:r>
            <a:r>
              <a:rPr lang="en-US" altLang="zh-CN" sz="2000" b="1" i="1">
                <a:solidFill>
                  <a:srgbClr val="000000"/>
                </a:solidFill>
                <a:latin typeface="Times New Roman" pitchFamily="18" charset="0"/>
                <a:ea typeface="楷体" pitchFamily="49" charset="-122"/>
              </a:rPr>
              <a:t>A,B,C,D</a:t>
            </a:r>
            <a:r>
              <a:rPr lang="en-US" altLang="zh-CN" sz="2000" b="1">
                <a:solidFill>
                  <a:srgbClr val="000000"/>
                </a:solidFill>
                <a:latin typeface="Times New Roman" pitchFamily="18" charset="0"/>
                <a:ea typeface="楷体" pitchFamily="49" charset="-122"/>
              </a:rPr>
              <a:t>)=∑</a:t>
            </a:r>
            <a:r>
              <a:rPr lang="en-US" altLang="zh-CN" sz="2000" b="1">
                <a:solidFill>
                  <a:srgbClr val="000000"/>
                </a:solidFill>
                <a:latin typeface="Times New Roman" pitchFamily="18" charset="0"/>
                <a:ea typeface="BatangChe" pitchFamily="49" charset="-127"/>
              </a:rPr>
              <a:t>m</a:t>
            </a:r>
            <a:r>
              <a:rPr lang="en-US" altLang="zh-CN" sz="2000" b="1">
                <a:solidFill>
                  <a:srgbClr val="000000"/>
                </a:solidFill>
                <a:latin typeface="Times New Roman" pitchFamily="18" charset="0"/>
                <a:ea typeface="楷体" pitchFamily="49" charset="-122"/>
              </a:rPr>
              <a:t>(2,4,6,8,10,12,14)</a:t>
            </a:r>
            <a:endParaRPr lang="en-US" altLang="zh-CN" sz="2000" b="1">
              <a:solidFill>
                <a:srgbClr val="000000"/>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74LS138</a:t>
            </a:r>
            <a:r>
              <a:rPr lang="zh-CN" altLang="en-US" dirty="0" smtClean="0"/>
              <a:t>引脚功能</a:t>
            </a:r>
            <a:endParaRPr lang="zh-CN" altLang="en-US" dirty="0"/>
          </a:p>
        </p:txBody>
      </p:sp>
      <p:sp>
        <p:nvSpPr>
          <p:cNvPr id="18434" name="Rectangle 2"/>
          <p:cNvSpPr>
            <a:spLocks noChangeArrowheads="1"/>
          </p:cNvSpPr>
          <p:nvPr/>
        </p:nvSpPr>
        <p:spPr bwMode="auto">
          <a:xfrm>
            <a:off x="0" y="0"/>
            <a:ext cx="9144000" cy="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zh-CN" altLang="en-US"/>
          </a:p>
        </p:txBody>
      </p:sp>
      <p:graphicFrame>
        <p:nvGraphicFramePr>
          <p:cNvPr id="18433" name="Object 1"/>
          <p:cNvGraphicFramePr>
            <a:graphicFrameLocks noChangeAspect="1"/>
          </p:cNvGraphicFramePr>
          <p:nvPr/>
        </p:nvGraphicFramePr>
        <p:xfrm>
          <a:off x="1071538" y="1857364"/>
          <a:ext cx="4356165" cy="2357454"/>
        </p:xfrm>
        <a:graphic>
          <a:graphicData uri="http://schemas.openxmlformats.org/presentationml/2006/ole">
            <p:oleObj spid="_x0000_s18433" name="BMP 图像" r:id="rId3" imgW="2429214" imgH="1314286" progId="Paint.Picture">
              <p:embed/>
            </p:oleObj>
          </a:graphicData>
        </a:graphic>
      </p:graphicFrame>
      <p:pic>
        <p:nvPicPr>
          <p:cNvPr id="18435" name="Picture 3"/>
          <p:cNvPicPr>
            <a:picLocks noChangeAspect="1" noChangeArrowheads="1"/>
          </p:cNvPicPr>
          <p:nvPr/>
        </p:nvPicPr>
        <p:blipFill>
          <a:blip r:embed="rId4"/>
          <a:srcRect/>
          <a:stretch>
            <a:fillRect/>
          </a:stretch>
        </p:blipFill>
        <p:spPr bwMode="auto">
          <a:xfrm>
            <a:off x="6215074" y="1500174"/>
            <a:ext cx="1928826" cy="2928958"/>
          </a:xfrm>
          <a:prstGeom prst="rect">
            <a:avLst/>
          </a:prstGeom>
          <a:noFill/>
          <a:ln w="9525">
            <a:noFill/>
            <a:miter lim="800000"/>
            <a:headEnd/>
            <a:tailEnd/>
          </a:ln>
          <a:effectLst/>
        </p:spPr>
      </p:pic>
      <p:sp>
        <p:nvSpPr>
          <p:cNvPr id="8" name="TextBox 7"/>
          <p:cNvSpPr txBox="1"/>
          <p:nvPr/>
        </p:nvSpPr>
        <p:spPr>
          <a:xfrm>
            <a:off x="1071538" y="4572008"/>
            <a:ext cx="7286676" cy="1323439"/>
          </a:xfrm>
          <a:prstGeom prst="rect">
            <a:avLst/>
          </a:prstGeom>
          <a:noFill/>
        </p:spPr>
        <p:txBody>
          <a:bodyPr wrap="square" rtlCol="0">
            <a:spAutoFit/>
          </a:bodyPr>
          <a:lstStyle/>
          <a:p>
            <a:r>
              <a:rPr lang="en-US" altLang="zh-CN" sz="2000" dirty="0" smtClean="0"/>
              <a:t>    G1</a:t>
            </a:r>
            <a:r>
              <a:rPr lang="zh-CN" altLang="en-US" sz="2000" dirty="0" smtClean="0"/>
              <a:t>、</a:t>
            </a:r>
            <a:r>
              <a:rPr lang="en-US" altLang="zh-CN" sz="2000" dirty="0" smtClean="0"/>
              <a:t>G2A</a:t>
            </a:r>
            <a:r>
              <a:rPr lang="zh-CN" altLang="en-US" sz="2000" dirty="0" smtClean="0"/>
              <a:t>、</a:t>
            </a:r>
            <a:r>
              <a:rPr lang="en-US" altLang="zh-CN" sz="2000" dirty="0" smtClean="0"/>
              <a:t>G2B</a:t>
            </a:r>
            <a:r>
              <a:rPr lang="zh-CN" altLang="en-US" sz="2000" dirty="0" smtClean="0"/>
              <a:t>是</a:t>
            </a:r>
            <a:r>
              <a:rPr lang="zh-CN" altLang="en-US" sz="2000" dirty="0" smtClean="0"/>
              <a:t>控制</a:t>
            </a:r>
            <a:r>
              <a:rPr lang="zh-CN" altLang="en-US" sz="2000" dirty="0" smtClean="0"/>
              <a:t>脚（又叫片选），</a:t>
            </a:r>
            <a:r>
              <a:rPr lang="zh-CN" altLang="en-US" sz="2000" dirty="0" smtClean="0"/>
              <a:t>只有</a:t>
            </a:r>
            <a:r>
              <a:rPr lang="zh-CN" altLang="en-US" sz="2000" dirty="0" smtClean="0"/>
              <a:t>当</a:t>
            </a:r>
            <a:r>
              <a:rPr lang="en-US" altLang="zh-CN" sz="2000" dirty="0" smtClean="0"/>
              <a:t>G1</a:t>
            </a:r>
            <a:r>
              <a:rPr lang="zh-CN" altLang="en-US" sz="2000" dirty="0" smtClean="0"/>
              <a:t>为高</a:t>
            </a:r>
            <a:r>
              <a:rPr lang="zh-CN" altLang="en-US" sz="2000" dirty="0" smtClean="0"/>
              <a:t>电平</a:t>
            </a:r>
            <a:r>
              <a:rPr lang="zh-CN" altLang="en-US" sz="2000" dirty="0" smtClean="0"/>
              <a:t>而</a:t>
            </a:r>
            <a:r>
              <a:rPr lang="en-US" altLang="zh-CN" sz="2000" dirty="0" smtClean="0"/>
              <a:t>G2A</a:t>
            </a:r>
            <a:r>
              <a:rPr lang="zh-CN" altLang="en-US" sz="2000" dirty="0" smtClean="0"/>
              <a:t>、</a:t>
            </a:r>
            <a:r>
              <a:rPr lang="en-US" altLang="zh-CN" sz="2000" dirty="0" smtClean="0"/>
              <a:t>G2B</a:t>
            </a:r>
            <a:r>
              <a:rPr lang="zh-CN" altLang="en-US" sz="2000" dirty="0" smtClean="0"/>
              <a:t>都</a:t>
            </a:r>
            <a:r>
              <a:rPr lang="zh-CN" altLang="en-US" sz="2000" dirty="0" smtClean="0"/>
              <a:t>为低</a:t>
            </a:r>
            <a:r>
              <a:rPr lang="zh-CN" altLang="en-US" sz="2000" dirty="0" smtClean="0"/>
              <a:t>电平</a:t>
            </a:r>
            <a:r>
              <a:rPr lang="zh-CN" altLang="en-US" sz="2000" dirty="0" smtClean="0"/>
              <a:t>时，</a:t>
            </a:r>
            <a:r>
              <a:rPr lang="en-US" altLang="zh-CN" sz="2000" dirty="0" smtClean="0"/>
              <a:t>74LS138</a:t>
            </a:r>
            <a:r>
              <a:rPr lang="zh-CN" altLang="en-US" sz="2000" dirty="0" smtClean="0"/>
              <a:t>才</a:t>
            </a:r>
            <a:r>
              <a:rPr lang="zh-CN" altLang="en-US" sz="2000" dirty="0" smtClean="0"/>
              <a:t>对</a:t>
            </a:r>
            <a:r>
              <a:rPr lang="en-US" altLang="zh-CN" sz="2000" dirty="0" smtClean="0"/>
              <a:t>A</a:t>
            </a:r>
            <a:r>
              <a:rPr lang="zh-CN" altLang="en-US" sz="2000" dirty="0" smtClean="0"/>
              <a:t>、</a:t>
            </a:r>
            <a:r>
              <a:rPr lang="en-US" altLang="zh-CN" sz="2000" dirty="0" smtClean="0"/>
              <a:t>B</a:t>
            </a:r>
            <a:r>
              <a:rPr lang="zh-CN" altLang="en-US" sz="2000" dirty="0" smtClean="0"/>
              <a:t>、</a:t>
            </a:r>
            <a:r>
              <a:rPr lang="en-US" altLang="zh-CN" sz="2000" dirty="0" smtClean="0"/>
              <a:t>C</a:t>
            </a:r>
            <a:r>
              <a:rPr lang="zh-CN" altLang="en-US" sz="2000" dirty="0" smtClean="0"/>
              <a:t>脚</a:t>
            </a:r>
            <a:r>
              <a:rPr lang="zh-CN" altLang="en-US" sz="2000" dirty="0" smtClean="0"/>
              <a:t>的输入进行译码，选择和从这三个管脚输入的三位二进制码相对应的某一个输出脚输出低电平，否则所有的输出脚都是输出高</a:t>
            </a:r>
            <a:r>
              <a:rPr lang="zh-CN" altLang="en-US" sz="2000" dirty="0" smtClean="0"/>
              <a:t>电平。</a:t>
            </a:r>
            <a:endParaRPr lang="zh-CN" alt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74LS138</a:t>
            </a:r>
            <a:r>
              <a:rPr lang="zh-CN" altLang="en-US" dirty="0" smtClean="0"/>
              <a:t>功能表</a:t>
            </a:r>
            <a:endParaRPr lang="zh-CN" altLang="en-US" dirty="0"/>
          </a:p>
        </p:txBody>
      </p:sp>
      <p:graphicFrame>
        <p:nvGraphicFramePr>
          <p:cNvPr id="4" name="内容占位符 3"/>
          <p:cNvGraphicFramePr>
            <a:graphicFrameLocks noGrp="1"/>
          </p:cNvGraphicFramePr>
          <p:nvPr>
            <p:ph idx="1"/>
          </p:nvPr>
        </p:nvGraphicFramePr>
        <p:xfrm>
          <a:off x="1000100" y="1714488"/>
          <a:ext cx="7143801" cy="4071968"/>
        </p:xfrm>
        <a:graphic>
          <a:graphicData uri="http://schemas.openxmlformats.org/drawingml/2006/table">
            <a:tbl>
              <a:tblPr/>
              <a:tblGrid>
                <a:gridCol w="428628"/>
                <a:gridCol w="483342"/>
                <a:gridCol w="516790"/>
                <a:gridCol w="395186"/>
                <a:gridCol w="455988"/>
                <a:gridCol w="467683"/>
                <a:gridCol w="549523"/>
                <a:gridCol w="549523"/>
                <a:gridCol w="549523"/>
                <a:gridCol w="549523"/>
                <a:gridCol w="549523"/>
                <a:gridCol w="549523"/>
                <a:gridCol w="549523"/>
                <a:gridCol w="549523"/>
              </a:tblGrid>
              <a:tr h="400844">
                <a:tc>
                  <a:txBody>
                    <a:bodyPr/>
                    <a:lstStyle/>
                    <a:p>
                      <a:pPr algn="ctr">
                        <a:spcAft>
                          <a:spcPts val="0"/>
                        </a:spcAft>
                      </a:pPr>
                      <a:r>
                        <a:rPr lang="en-US" sz="1400" kern="100" dirty="0">
                          <a:latin typeface="Times New Roman"/>
                          <a:ea typeface="宋体"/>
                          <a:cs typeface="Times New Roman"/>
                        </a:rPr>
                        <a:t>G1</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altLang="zh-CN" sz="1400" kern="100" dirty="0" smtClean="0">
                          <a:latin typeface="Times New Roman"/>
                          <a:ea typeface="宋体"/>
                          <a:cs typeface="Times New Roman"/>
                        </a:rPr>
                        <a:t>G2A</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altLang="zh-CN" sz="1400" kern="100" dirty="0" smtClean="0">
                          <a:latin typeface="Times New Roman"/>
                          <a:ea typeface="宋体"/>
                          <a:cs typeface="Times New Roman"/>
                        </a:rPr>
                        <a:t>G2B</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a:spcAft>
                          <a:spcPts val="0"/>
                        </a:spcAft>
                      </a:pPr>
                      <a:r>
                        <a:rPr lang="en-US" sz="1400" kern="100">
                          <a:latin typeface="Times New Roman"/>
                          <a:ea typeface="宋体"/>
                          <a:cs typeface="Times New Roman"/>
                        </a:rPr>
                        <a:t>C</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latin typeface="Times New Roman"/>
                          <a:ea typeface="宋体"/>
                          <a:cs typeface="Times New Roman"/>
                        </a:rPr>
                        <a:t>B</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A</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Y0</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Y1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Y2</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Y3</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Y4</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Y5</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Y6</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Y7</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9406">
                <a:tc>
                  <a:txBody>
                    <a:bodyPr/>
                    <a:lstStyle/>
                    <a:p>
                      <a:pPr algn="ctr">
                        <a:spcAft>
                          <a:spcPts val="0"/>
                        </a:spcAft>
                      </a:pPr>
                      <a:r>
                        <a:rPr lang="en-US" sz="1400" kern="100" dirty="0">
                          <a:latin typeface="Times New Roman"/>
                          <a:ea typeface="宋体"/>
                          <a:cs typeface="Times New Roman"/>
                        </a:rPr>
                        <a:t>X</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sz="1400" kern="100" dirty="0">
                          <a:latin typeface="Times New Roman"/>
                          <a:ea typeface="宋体"/>
                          <a:cs typeface="Times New Roman"/>
                        </a:rPr>
                        <a:t>1</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altLang="zh-CN" sz="1400" kern="100" dirty="0" smtClean="0">
                          <a:latin typeface="Times New Roman"/>
                          <a:ea typeface="宋体"/>
                          <a:cs typeface="Times New Roman"/>
                        </a:rPr>
                        <a:t>X</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sz="1400" kern="100">
                          <a:latin typeface="Times New Roman"/>
                          <a:ea typeface="宋体"/>
                          <a:cs typeface="Times New Roman"/>
                        </a:rPr>
                        <a:t>X</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sz="1400" kern="100">
                          <a:latin typeface="Times New Roman"/>
                          <a:ea typeface="宋体"/>
                          <a:cs typeface="Times New Roman"/>
                        </a:rPr>
                        <a:t>X</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sz="1400" kern="100" dirty="0">
                          <a:latin typeface="Times New Roman"/>
                          <a:ea typeface="宋体"/>
                          <a:cs typeface="Times New Roman"/>
                        </a:rPr>
                        <a:t>X</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sz="1400" kern="100" dirty="0">
                          <a:latin typeface="Times New Roman"/>
                          <a:ea typeface="宋体"/>
                          <a:cs typeface="Times New Roman"/>
                        </a:rPr>
                        <a:t>1</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r>
              <a:tr h="305526">
                <a:tc>
                  <a:txBody>
                    <a:bodyPr/>
                    <a:lstStyle/>
                    <a:p>
                      <a:pPr algn="ctr">
                        <a:spcAft>
                          <a:spcPts val="0"/>
                        </a:spcAft>
                      </a:pPr>
                      <a:r>
                        <a:rPr lang="en-US" altLang="zh-CN" sz="1400" kern="100" dirty="0" smtClean="0">
                          <a:latin typeface="Times New Roman"/>
                          <a:ea typeface="宋体"/>
                          <a:cs typeface="Times New Roman"/>
                        </a:rPr>
                        <a:t>X</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sz="1400" kern="100" dirty="0">
                          <a:latin typeface="Times New Roman"/>
                          <a:ea typeface="宋体"/>
                          <a:cs typeface="Times New Roman"/>
                        </a:rPr>
                        <a:t>X</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altLang="zh-CN" sz="1400" kern="100" dirty="0" smtClean="0">
                          <a:latin typeface="Times New Roman"/>
                          <a:ea typeface="宋体"/>
                          <a:cs typeface="Times New Roman"/>
                        </a:rPr>
                        <a:t>1</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sz="1400" kern="100">
                          <a:latin typeface="Times New Roman"/>
                          <a:ea typeface="宋体"/>
                          <a:cs typeface="Times New Roman"/>
                        </a:rPr>
                        <a:t>X</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sz="1400" kern="100">
                          <a:latin typeface="Times New Roman"/>
                          <a:ea typeface="宋体"/>
                          <a:cs typeface="Times New Roman"/>
                        </a:rPr>
                        <a:t>X</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sz="1400" kern="100">
                          <a:latin typeface="Times New Roman"/>
                          <a:ea typeface="宋体"/>
                          <a:cs typeface="Times New Roman"/>
                        </a:rPr>
                        <a:t>X</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sz="1400" kern="100" dirty="0">
                          <a:latin typeface="Times New Roman"/>
                          <a:ea typeface="宋体"/>
                          <a:cs typeface="Times New Roman"/>
                        </a:rPr>
                        <a:t>1</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r>
              <a:tr h="305526">
                <a:tc>
                  <a:txBody>
                    <a:bodyPr/>
                    <a:lstStyle/>
                    <a:p>
                      <a:pPr algn="ctr">
                        <a:spcAft>
                          <a:spcPts val="0"/>
                        </a:spcAft>
                      </a:pPr>
                      <a:r>
                        <a:rPr lang="en-US" altLang="zh-CN" sz="1400" kern="100" dirty="0" smtClean="0">
                          <a:latin typeface="Times New Roman"/>
                          <a:ea typeface="宋体"/>
                          <a:cs typeface="Times New Roman"/>
                        </a:rPr>
                        <a:t>0</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altLang="zh-CN" sz="1400" kern="100" dirty="0" smtClean="0">
                          <a:latin typeface="Times New Roman"/>
                          <a:ea typeface="宋体"/>
                          <a:cs typeface="Times New Roman"/>
                        </a:rPr>
                        <a:t>X</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altLang="zh-CN" sz="1400" kern="100" dirty="0" smtClean="0">
                          <a:latin typeface="Times New Roman"/>
                          <a:ea typeface="宋体"/>
                          <a:cs typeface="Times New Roman"/>
                        </a:rPr>
                        <a:t>X</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altLang="zh-CN" sz="1400" kern="100" dirty="0" smtClean="0">
                          <a:latin typeface="Times New Roman"/>
                          <a:ea typeface="宋体"/>
                          <a:cs typeface="Times New Roman"/>
                        </a:rPr>
                        <a:t>X</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altLang="zh-CN" sz="1400" kern="100" dirty="0" smtClean="0">
                          <a:latin typeface="Times New Roman"/>
                          <a:ea typeface="宋体"/>
                          <a:cs typeface="Times New Roman"/>
                        </a:rPr>
                        <a:t>X</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altLang="zh-CN" sz="1400" kern="100" dirty="0" smtClean="0">
                          <a:latin typeface="Times New Roman"/>
                          <a:ea typeface="宋体"/>
                          <a:cs typeface="Times New Roman"/>
                        </a:rPr>
                        <a:t>X</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altLang="zh-CN" sz="1400" kern="100" dirty="0" smtClean="0">
                          <a:latin typeface="Times New Roman"/>
                          <a:ea typeface="宋体"/>
                          <a:cs typeface="Times New Roman"/>
                        </a:rPr>
                        <a:t>1</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altLang="zh-CN" sz="1400" kern="100" dirty="0" smtClean="0">
                          <a:latin typeface="Times New Roman"/>
                          <a:ea typeface="宋体"/>
                          <a:cs typeface="Times New Roman"/>
                        </a:rPr>
                        <a:t>1</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altLang="zh-CN" sz="1400" kern="100" dirty="0" smtClean="0">
                          <a:latin typeface="Times New Roman"/>
                          <a:ea typeface="宋体"/>
                          <a:cs typeface="Times New Roman"/>
                        </a:rPr>
                        <a:t>1</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altLang="zh-CN" sz="1400" kern="100" dirty="0" smtClean="0">
                          <a:latin typeface="Times New Roman"/>
                          <a:ea typeface="宋体"/>
                          <a:cs typeface="Times New Roman"/>
                        </a:rPr>
                        <a:t>1</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altLang="zh-CN" sz="1400" kern="100" dirty="0" smtClean="0">
                          <a:latin typeface="Times New Roman"/>
                          <a:ea typeface="宋体"/>
                          <a:cs typeface="Times New Roman"/>
                        </a:rPr>
                        <a:t>1</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altLang="zh-CN" sz="1400" kern="100" dirty="0" smtClean="0">
                          <a:latin typeface="Times New Roman"/>
                          <a:ea typeface="宋体"/>
                          <a:cs typeface="Times New Roman"/>
                        </a:rPr>
                        <a:t>1</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altLang="zh-CN" sz="1400" kern="100" dirty="0" smtClean="0">
                          <a:latin typeface="Times New Roman"/>
                          <a:ea typeface="宋体"/>
                          <a:cs typeface="Times New Roman"/>
                        </a:rPr>
                        <a:t>1</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c>
                  <a:txBody>
                    <a:bodyPr/>
                    <a:lstStyle/>
                    <a:p>
                      <a:pPr algn="ctr">
                        <a:spcAft>
                          <a:spcPts val="0"/>
                        </a:spcAft>
                      </a:pPr>
                      <a:r>
                        <a:rPr lang="en-US" altLang="zh-CN" sz="1400" kern="100" dirty="0" smtClean="0">
                          <a:latin typeface="Times New Roman"/>
                          <a:ea typeface="宋体"/>
                          <a:cs typeface="Times New Roman"/>
                        </a:rPr>
                        <a:t>1</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solidFill>
                  </a:tcPr>
                </a:tc>
              </a:tr>
              <a:tr h="339862">
                <a:tc>
                  <a:txBody>
                    <a:bodyPr/>
                    <a:lstStyle/>
                    <a:p>
                      <a:pPr algn="ctr">
                        <a:spcAft>
                          <a:spcPts val="0"/>
                        </a:spcAft>
                      </a:pPr>
                      <a:r>
                        <a:rPr lang="en-US" sz="1400" kern="100" dirty="0">
                          <a:latin typeface="Times New Roman"/>
                          <a:ea typeface="宋体"/>
                          <a:cs typeface="Times New Roman"/>
                        </a:rPr>
                        <a:t>1</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alpha val="94000"/>
                      </a:schemeClr>
                    </a:solidFill>
                  </a:tcPr>
                </a:tc>
                <a:tc>
                  <a:txBody>
                    <a:bodyPr/>
                    <a:lstStyle/>
                    <a:p>
                      <a:pPr algn="ctr">
                        <a:spcAft>
                          <a:spcPts val="0"/>
                        </a:spcAft>
                      </a:pPr>
                      <a:r>
                        <a:rPr lang="en-US" sz="1400" kern="100" dirty="0">
                          <a:latin typeface="Times New Roman"/>
                          <a:ea typeface="宋体"/>
                          <a:cs typeface="Times New Roman"/>
                        </a:rPr>
                        <a:t>0</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alpha val="94000"/>
                      </a:schemeClr>
                    </a:solidFill>
                  </a:tcPr>
                </a:tc>
                <a:tc>
                  <a:txBody>
                    <a:bodyPr/>
                    <a:lstStyle/>
                    <a:p>
                      <a:pPr algn="ctr">
                        <a:spcAft>
                          <a:spcPts val="0"/>
                        </a:spcAft>
                      </a:pPr>
                      <a:r>
                        <a:rPr lang="en-US" altLang="zh-CN" sz="1400" kern="100" dirty="0" smtClean="0">
                          <a:latin typeface="Times New Roman"/>
                          <a:ea typeface="宋体"/>
                          <a:cs typeface="Times New Roman"/>
                        </a:rPr>
                        <a:t>0</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alpha val="94000"/>
                      </a:schemeClr>
                    </a:solidFill>
                  </a:tcPr>
                </a:tc>
                <a:tc>
                  <a:txBody>
                    <a:bodyPr/>
                    <a:lstStyle/>
                    <a:p>
                      <a:pPr algn="ctr">
                        <a:spcAft>
                          <a:spcPts val="0"/>
                        </a:spcAft>
                      </a:pPr>
                      <a:r>
                        <a:rPr lang="en-US" sz="1400" kern="100" dirty="0">
                          <a:latin typeface="Times New Roman"/>
                          <a:ea typeface="宋体"/>
                          <a:cs typeface="Times New Roman"/>
                        </a:rPr>
                        <a:t>0</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latin typeface="Times New Roman"/>
                          <a:ea typeface="宋体"/>
                          <a:cs typeface="Times New Roman"/>
                        </a:rPr>
                        <a:t>0</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latin typeface="Times New Roman"/>
                          <a:ea typeface="宋体"/>
                          <a:cs typeface="Times New Roman"/>
                        </a:rPr>
                        <a:t>0</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400" kern="100" dirty="0">
                          <a:solidFill>
                            <a:schemeClr val="tx1"/>
                          </a:solidFill>
                          <a:latin typeface="Times New Roman"/>
                          <a:ea typeface="宋体"/>
                          <a:cs typeface="Times New Roman"/>
                        </a:rPr>
                        <a:t>0</a:t>
                      </a:r>
                      <a:endParaRPr lang="zh-CN" sz="1400" kern="100" dirty="0">
                        <a:solidFill>
                          <a:schemeClr val="tx1"/>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latin typeface="Times New Roman"/>
                          <a:ea typeface="宋体"/>
                          <a:cs typeface="Times New Roman"/>
                        </a:rPr>
                        <a:t>1</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latin typeface="Times New Roman"/>
                          <a:ea typeface="宋体"/>
                          <a:cs typeface="Times New Roman"/>
                        </a:rPr>
                        <a:t>1</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latin typeface="Times New Roman"/>
                          <a:ea typeface="宋体"/>
                          <a:cs typeface="Times New Roman"/>
                        </a:rPr>
                        <a:t>1</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latin typeface="Times New Roman"/>
                          <a:ea typeface="宋体"/>
                          <a:cs typeface="Times New Roman"/>
                        </a:rPr>
                        <a:t>1</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latin typeface="Times New Roman"/>
                          <a:ea typeface="宋体"/>
                          <a:cs typeface="Times New Roman"/>
                        </a:rPr>
                        <a:t>1</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latin typeface="Times New Roman"/>
                          <a:ea typeface="宋体"/>
                          <a:cs typeface="Times New Roman"/>
                        </a:rPr>
                        <a:t>1</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9406">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alpha val="94000"/>
                      </a:schemeClr>
                    </a:solidFill>
                  </a:tcPr>
                </a:tc>
                <a:tc>
                  <a:txBody>
                    <a:bodyPr/>
                    <a:lstStyle/>
                    <a:p>
                      <a:pPr algn="ctr">
                        <a:spcAft>
                          <a:spcPts val="0"/>
                        </a:spcAft>
                      </a:pPr>
                      <a:r>
                        <a:rPr lang="en-US" sz="1400" kern="100" dirty="0">
                          <a:latin typeface="Times New Roman"/>
                          <a:ea typeface="宋体"/>
                          <a:cs typeface="Times New Roman"/>
                        </a:rPr>
                        <a:t>0</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alpha val="94000"/>
                      </a:schemeClr>
                    </a:solidFill>
                  </a:tcPr>
                </a:tc>
                <a:tc>
                  <a:txBody>
                    <a:bodyPr/>
                    <a:lstStyle/>
                    <a:p>
                      <a:pPr algn="ctr">
                        <a:spcAft>
                          <a:spcPts val="0"/>
                        </a:spcAft>
                      </a:pPr>
                      <a:r>
                        <a:rPr lang="en-US" altLang="zh-CN" sz="1400" kern="100" dirty="0" smtClean="0">
                          <a:latin typeface="Times New Roman"/>
                          <a:ea typeface="宋体"/>
                          <a:cs typeface="Times New Roman"/>
                        </a:rPr>
                        <a:t>0</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alpha val="94000"/>
                      </a:schemeClr>
                    </a:solidFill>
                  </a:tcPr>
                </a:tc>
                <a:tc>
                  <a:txBody>
                    <a:bodyPr/>
                    <a:lstStyle/>
                    <a:p>
                      <a:pPr algn="ctr">
                        <a:spcAft>
                          <a:spcPts val="0"/>
                        </a:spcAft>
                      </a:pPr>
                      <a:r>
                        <a:rPr lang="en-US" sz="1400" kern="100">
                          <a:latin typeface="Times New Roman"/>
                          <a:ea typeface="宋体"/>
                          <a:cs typeface="Times New Roman"/>
                        </a:rPr>
                        <a:t>0</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0</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400" kern="100" dirty="0">
                          <a:solidFill>
                            <a:schemeClr val="tx1"/>
                          </a:solidFill>
                          <a:latin typeface="Times New Roman"/>
                          <a:ea typeface="宋体"/>
                          <a:cs typeface="Times New Roman"/>
                        </a:rPr>
                        <a:t>0</a:t>
                      </a:r>
                      <a:endParaRPr lang="zh-CN" sz="1400" kern="100" dirty="0">
                        <a:solidFill>
                          <a:schemeClr val="tx1"/>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latin typeface="Times New Roman"/>
                          <a:ea typeface="宋体"/>
                          <a:cs typeface="Times New Roman"/>
                        </a:rPr>
                        <a:t>1</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latin typeface="Times New Roman"/>
                          <a:ea typeface="宋体"/>
                          <a:cs typeface="Times New Roman"/>
                        </a:rPr>
                        <a:t>1</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9406">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alpha val="94000"/>
                      </a:schemeClr>
                    </a:solidFill>
                  </a:tcPr>
                </a:tc>
                <a:tc>
                  <a:txBody>
                    <a:bodyPr/>
                    <a:lstStyle/>
                    <a:p>
                      <a:pPr algn="ctr">
                        <a:spcAft>
                          <a:spcPts val="0"/>
                        </a:spcAft>
                      </a:pPr>
                      <a:r>
                        <a:rPr lang="en-US" sz="1400" kern="100">
                          <a:latin typeface="Times New Roman"/>
                          <a:ea typeface="宋体"/>
                          <a:cs typeface="Times New Roman"/>
                        </a:rPr>
                        <a:t>0</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alpha val="94000"/>
                      </a:schemeClr>
                    </a:solidFill>
                  </a:tcPr>
                </a:tc>
                <a:tc>
                  <a:txBody>
                    <a:bodyPr/>
                    <a:lstStyle/>
                    <a:p>
                      <a:pPr algn="ctr">
                        <a:spcAft>
                          <a:spcPts val="0"/>
                        </a:spcAft>
                      </a:pPr>
                      <a:r>
                        <a:rPr lang="en-US" altLang="zh-CN" sz="1400" kern="100" dirty="0" smtClean="0">
                          <a:latin typeface="Times New Roman"/>
                          <a:ea typeface="宋体"/>
                          <a:cs typeface="Times New Roman"/>
                        </a:rPr>
                        <a:t>0</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alpha val="94000"/>
                      </a:schemeClr>
                    </a:solidFill>
                  </a:tcPr>
                </a:tc>
                <a:tc>
                  <a:txBody>
                    <a:bodyPr/>
                    <a:lstStyle/>
                    <a:p>
                      <a:pPr algn="ctr">
                        <a:spcAft>
                          <a:spcPts val="0"/>
                        </a:spcAft>
                      </a:pPr>
                      <a:r>
                        <a:rPr lang="en-US" sz="1400" kern="100">
                          <a:latin typeface="Times New Roman"/>
                          <a:ea typeface="宋体"/>
                          <a:cs typeface="Times New Roman"/>
                        </a:rPr>
                        <a:t>0</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0</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latin typeface="Times New Roman"/>
                          <a:ea typeface="宋体"/>
                          <a:cs typeface="Times New Roman"/>
                        </a:rPr>
                        <a:t>1</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400" b="1" kern="100" dirty="0">
                          <a:solidFill>
                            <a:schemeClr val="tx1"/>
                          </a:solidFill>
                          <a:latin typeface="Times New Roman"/>
                          <a:ea typeface="宋体"/>
                          <a:cs typeface="Times New Roman"/>
                        </a:rPr>
                        <a:t>0</a:t>
                      </a:r>
                      <a:endParaRPr lang="zh-CN" sz="1400" b="1" kern="100" dirty="0">
                        <a:solidFill>
                          <a:schemeClr val="tx1"/>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9406">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alpha val="94000"/>
                      </a:schemeClr>
                    </a:solidFill>
                  </a:tcPr>
                </a:tc>
                <a:tc>
                  <a:txBody>
                    <a:bodyPr/>
                    <a:lstStyle/>
                    <a:p>
                      <a:pPr algn="ctr">
                        <a:spcAft>
                          <a:spcPts val="0"/>
                        </a:spcAft>
                      </a:pPr>
                      <a:r>
                        <a:rPr lang="en-US" sz="1400" kern="100">
                          <a:latin typeface="Times New Roman"/>
                          <a:ea typeface="宋体"/>
                          <a:cs typeface="Times New Roman"/>
                        </a:rPr>
                        <a:t>0</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alpha val="94000"/>
                      </a:schemeClr>
                    </a:solidFill>
                  </a:tcPr>
                </a:tc>
                <a:tc>
                  <a:txBody>
                    <a:bodyPr/>
                    <a:lstStyle/>
                    <a:p>
                      <a:pPr algn="ctr">
                        <a:spcAft>
                          <a:spcPts val="0"/>
                        </a:spcAft>
                      </a:pPr>
                      <a:r>
                        <a:rPr lang="en-US" altLang="zh-CN" sz="1400" kern="100" dirty="0" smtClean="0">
                          <a:latin typeface="Times New Roman"/>
                          <a:ea typeface="宋体"/>
                          <a:cs typeface="Times New Roman"/>
                        </a:rPr>
                        <a:t>0</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alpha val="94000"/>
                      </a:schemeClr>
                    </a:solidFill>
                  </a:tcPr>
                </a:tc>
                <a:tc>
                  <a:txBody>
                    <a:bodyPr/>
                    <a:lstStyle/>
                    <a:p>
                      <a:pPr algn="ctr">
                        <a:spcAft>
                          <a:spcPts val="0"/>
                        </a:spcAft>
                      </a:pPr>
                      <a:r>
                        <a:rPr lang="en-US" sz="1400" kern="100">
                          <a:latin typeface="Times New Roman"/>
                          <a:ea typeface="宋体"/>
                          <a:cs typeface="Times New Roman"/>
                        </a:rPr>
                        <a:t>0</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400" b="1" kern="100" dirty="0">
                          <a:solidFill>
                            <a:schemeClr val="tx1"/>
                          </a:solidFill>
                          <a:latin typeface="Times New Roman"/>
                          <a:ea typeface="宋体"/>
                          <a:cs typeface="Times New Roman"/>
                        </a:rPr>
                        <a:t>0</a:t>
                      </a:r>
                      <a:endParaRPr lang="zh-CN" sz="1400" b="1" kern="100" dirty="0">
                        <a:solidFill>
                          <a:schemeClr val="tx1"/>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latin typeface="Times New Roman"/>
                          <a:ea typeface="宋体"/>
                          <a:cs typeface="Times New Roman"/>
                        </a:rPr>
                        <a:t>1</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406528">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alpha val="94000"/>
                      </a:schemeClr>
                    </a:solidFill>
                  </a:tcPr>
                </a:tc>
                <a:tc>
                  <a:txBody>
                    <a:bodyPr/>
                    <a:lstStyle/>
                    <a:p>
                      <a:pPr algn="ctr">
                        <a:spcAft>
                          <a:spcPts val="0"/>
                        </a:spcAft>
                      </a:pPr>
                      <a:r>
                        <a:rPr lang="en-US" sz="1400" kern="100">
                          <a:latin typeface="Times New Roman"/>
                          <a:ea typeface="宋体"/>
                          <a:cs typeface="Times New Roman"/>
                        </a:rPr>
                        <a:t>0</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alpha val="94000"/>
                      </a:schemeClr>
                    </a:solidFill>
                  </a:tcPr>
                </a:tc>
                <a:tc>
                  <a:txBody>
                    <a:bodyPr/>
                    <a:lstStyle/>
                    <a:p>
                      <a:pPr algn="ctr">
                        <a:spcAft>
                          <a:spcPts val="0"/>
                        </a:spcAft>
                      </a:pPr>
                      <a:r>
                        <a:rPr lang="en-US" altLang="zh-CN" sz="1400" kern="100" dirty="0" smtClean="0">
                          <a:latin typeface="Times New Roman"/>
                          <a:ea typeface="宋体"/>
                          <a:cs typeface="Times New Roman"/>
                        </a:rPr>
                        <a:t>0</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alpha val="94000"/>
                      </a:schemeClr>
                    </a:solidFill>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0</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0</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latin typeface="Times New Roman"/>
                          <a:ea typeface="宋体"/>
                          <a:cs typeface="Times New Roman"/>
                        </a:rPr>
                        <a:t>1</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400" b="1" kern="100" dirty="0">
                          <a:solidFill>
                            <a:schemeClr val="tx1"/>
                          </a:solidFill>
                          <a:latin typeface="Times New Roman"/>
                          <a:ea typeface="宋体"/>
                          <a:cs typeface="Times New Roman"/>
                        </a:rPr>
                        <a:t>0</a:t>
                      </a:r>
                      <a:endParaRPr lang="zh-CN" sz="1400" b="1" kern="100" dirty="0">
                        <a:solidFill>
                          <a:schemeClr val="tx1"/>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29406">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alpha val="94000"/>
                      </a:schemeClr>
                    </a:solidFill>
                  </a:tcPr>
                </a:tc>
                <a:tc>
                  <a:txBody>
                    <a:bodyPr/>
                    <a:lstStyle/>
                    <a:p>
                      <a:pPr algn="ctr">
                        <a:spcAft>
                          <a:spcPts val="0"/>
                        </a:spcAft>
                      </a:pPr>
                      <a:r>
                        <a:rPr lang="en-US" sz="1400" kern="100">
                          <a:latin typeface="Times New Roman"/>
                          <a:ea typeface="宋体"/>
                          <a:cs typeface="Times New Roman"/>
                        </a:rPr>
                        <a:t>0</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alpha val="94000"/>
                      </a:schemeClr>
                    </a:solidFill>
                  </a:tcPr>
                </a:tc>
                <a:tc>
                  <a:txBody>
                    <a:bodyPr/>
                    <a:lstStyle/>
                    <a:p>
                      <a:pPr algn="ctr">
                        <a:spcAft>
                          <a:spcPts val="0"/>
                        </a:spcAft>
                      </a:pPr>
                      <a:r>
                        <a:rPr lang="en-US" altLang="zh-CN" sz="1400" kern="100" dirty="0" smtClean="0">
                          <a:latin typeface="Times New Roman"/>
                          <a:ea typeface="宋体"/>
                          <a:cs typeface="Times New Roman"/>
                        </a:rPr>
                        <a:t>0</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alpha val="94000"/>
                      </a:schemeClr>
                    </a:solidFill>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0</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400" b="1" kern="100" dirty="0">
                          <a:solidFill>
                            <a:schemeClr val="tx1"/>
                          </a:solidFill>
                          <a:latin typeface="Times New Roman"/>
                          <a:ea typeface="宋体"/>
                          <a:cs typeface="Times New Roman"/>
                        </a:rPr>
                        <a:t>0</a:t>
                      </a:r>
                      <a:endParaRPr lang="zh-CN" sz="1400" b="1" kern="100" dirty="0">
                        <a:solidFill>
                          <a:schemeClr val="tx1"/>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3326">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alpha val="94000"/>
                      </a:schemeClr>
                    </a:solidFill>
                  </a:tcPr>
                </a:tc>
                <a:tc>
                  <a:txBody>
                    <a:bodyPr/>
                    <a:lstStyle/>
                    <a:p>
                      <a:pPr algn="ctr">
                        <a:spcAft>
                          <a:spcPts val="0"/>
                        </a:spcAft>
                      </a:pPr>
                      <a:r>
                        <a:rPr lang="en-US" sz="1400" kern="100">
                          <a:latin typeface="Times New Roman"/>
                          <a:ea typeface="宋体"/>
                          <a:cs typeface="Times New Roman"/>
                        </a:rPr>
                        <a:t>0</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alpha val="94000"/>
                      </a:schemeClr>
                    </a:solidFill>
                  </a:tcPr>
                </a:tc>
                <a:tc>
                  <a:txBody>
                    <a:bodyPr/>
                    <a:lstStyle/>
                    <a:p>
                      <a:pPr algn="ctr">
                        <a:spcAft>
                          <a:spcPts val="0"/>
                        </a:spcAft>
                      </a:pPr>
                      <a:r>
                        <a:rPr lang="en-US" altLang="zh-CN" sz="1400" kern="100" dirty="0" smtClean="0">
                          <a:latin typeface="Times New Roman"/>
                          <a:ea typeface="宋体"/>
                          <a:cs typeface="Times New Roman"/>
                        </a:rPr>
                        <a:t>0</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alpha val="94000"/>
                      </a:schemeClr>
                    </a:solidFill>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0</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400" b="1" kern="100" dirty="0">
                          <a:solidFill>
                            <a:schemeClr val="tx1"/>
                          </a:solidFill>
                          <a:latin typeface="Times New Roman"/>
                          <a:ea typeface="宋体"/>
                          <a:cs typeface="Times New Roman"/>
                        </a:rPr>
                        <a:t>0</a:t>
                      </a:r>
                      <a:endParaRPr lang="zh-CN" sz="1400" b="1" kern="100" dirty="0">
                        <a:solidFill>
                          <a:schemeClr val="tx1"/>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33326">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alpha val="94000"/>
                      </a:schemeClr>
                    </a:solidFill>
                  </a:tcPr>
                </a:tc>
                <a:tc>
                  <a:txBody>
                    <a:bodyPr/>
                    <a:lstStyle/>
                    <a:p>
                      <a:pPr algn="ctr">
                        <a:spcAft>
                          <a:spcPts val="0"/>
                        </a:spcAft>
                      </a:pPr>
                      <a:r>
                        <a:rPr lang="en-US" sz="1400" kern="100" dirty="0">
                          <a:latin typeface="Times New Roman"/>
                          <a:ea typeface="宋体"/>
                          <a:cs typeface="Times New Roman"/>
                        </a:rPr>
                        <a:t>0</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alpha val="94000"/>
                      </a:schemeClr>
                    </a:solidFill>
                  </a:tcPr>
                </a:tc>
                <a:tc>
                  <a:txBody>
                    <a:bodyPr/>
                    <a:lstStyle/>
                    <a:p>
                      <a:pPr algn="ctr">
                        <a:spcAft>
                          <a:spcPts val="0"/>
                        </a:spcAft>
                      </a:pPr>
                      <a:r>
                        <a:rPr lang="en-US" altLang="zh-CN" sz="1400" kern="100" dirty="0" smtClean="0">
                          <a:latin typeface="Times New Roman"/>
                          <a:ea typeface="宋体"/>
                          <a:cs typeface="Times New Roman"/>
                        </a:rPr>
                        <a:t>0</a:t>
                      </a:r>
                      <a:endParaRPr lang="zh-CN" sz="1400" kern="100" dirty="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alpha val="94000"/>
                      </a:schemeClr>
                    </a:solidFill>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latin typeface="Times New Roman"/>
                          <a:ea typeface="宋体"/>
                          <a:cs typeface="Times New Roman"/>
                        </a:rPr>
                        <a:t>1</a:t>
                      </a:r>
                      <a:endParaRPr lang="zh-CN" sz="1400" kern="100">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algn="ctr" defTabSz="914400" rtl="0" eaLnBrk="1" latinLnBrk="0" hangingPunct="1">
                        <a:spcAft>
                          <a:spcPts val="0"/>
                        </a:spcAft>
                      </a:pPr>
                      <a:r>
                        <a:rPr lang="en-US" sz="1400" b="1" kern="100" dirty="0">
                          <a:solidFill>
                            <a:schemeClr val="tx1"/>
                          </a:solidFill>
                          <a:latin typeface="Times New Roman"/>
                          <a:ea typeface="宋体"/>
                          <a:cs typeface="Times New Roman"/>
                        </a:rPr>
                        <a:t>0</a:t>
                      </a:r>
                      <a:endParaRPr lang="zh-CN" sz="1400" b="1" kern="100" dirty="0">
                        <a:solidFill>
                          <a:schemeClr val="tx1"/>
                        </a:solidFill>
                        <a:latin typeface="Times New Roman"/>
                        <a:ea typeface="宋体"/>
                        <a:cs typeface="Times New Roman"/>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11188" y="404813"/>
            <a:ext cx="7772400" cy="755650"/>
          </a:xfrm>
        </p:spPr>
        <p:txBody>
          <a:bodyPr/>
          <a:lstStyle/>
          <a:p>
            <a:pPr eaLnBrk="1" hangingPunct="1"/>
            <a:r>
              <a:rPr lang="zh-CN" altLang="en-US" sz="4000" smtClean="0"/>
              <a:t>下次课的预习-记忆元件测试</a:t>
            </a:r>
          </a:p>
        </p:txBody>
      </p:sp>
      <p:sp>
        <p:nvSpPr>
          <p:cNvPr id="6147" name="Rectangle 3" descr="Rectangle: Click to edit Master text styles&#10;Second level&#10;Third level&#10;Fourth level&#10;Fifth level"/>
          <p:cNvSpPr>
            <a:spLocks noGrp="1" noChangeArrowheads="1"/>
          </p:cNvSpPr>
          <p:nvPr>
            <p:ph type="body" idx="1"/>
          </p:nvPr>
        </p:nvSpPr>
        <p:spPr>
          <a:xfrm>
            <a:off x="612775" y="1428750"/>
            <a:ext cx="8316913" cy="5113338"/>
          </a:xfrm>
        </p:spPr>
        <p:txBody>
          <a:bodyPr/>
          <a:lstStyle/>
          <a:p>
            <a:pPr marL="812800" indent="-812800" eaLnBrk="1" hangingPunct="1">
              <a:lnSpc>
                <a:spcPct val="120000"/>
              </a:lnSpc>
              <a:defRPr/>
            </a:pPr>
            <a:r>
              <a:rPr lang="zh-CN" altLang="en-US" sz="2400" b="1" dirty="0" smtClean="0">
                <a:solidFill>
                  <a:srgbClr val="000000"/>
                </a:solidFill>
              </a:rPr>
              <a:t>预习内容</a:t>
            </a:r>
          </a:p>
          <a:p>
            <a:pPr marL="1168400" lvl="1" indent="-711200" eaLnBrk="1" hangingPunct="1">
              <a:lnSpc>
                <a:spcPct val="120000"/>
              </a:lnSpc>
              <a:defRPr/>
            </a:pPr>
            <a:r>
              <a:rPr lang="en-US" altLang="zh-CN" sz="2000" b="1" dirty="0" smtClean="0">
                <a:solidFill>
                  <a:srgbClr val="000000"/>
                </a:solidFill>
              </a:rPr>
              <a:t>R-S</a:t>
            </a:r>
            <a:r>
              <a:rPr lang="zh-CN" altLang="en-US" sz="2000" b="1" dirty="0" smtClean="0">
                <a:solidFill>
                  <a:srgbClr val="000000"/>
                </a:solidFill>
              </a:rPr>
              <a:t>触发器、</a:t>
            </a:r>
            <a:r>
              <a:rPr lang="en-US" altLang="zh-CN" sz="2000" b="1" dirty="0" smtClean="0">
                <a:solidFill>
                  <a:srgbClr val="000000"/>
                </a:solidFill>
              </a:rPr>
              <a:t>D</a:t>
            </a:r>
            <a:r>
              <a:rPr lang="zh-CN" altLang="en-US" sz="2000" b="1" dirty="0" smtClean="0">
                <a:solidFill>
                  <a:srgbClr val="000000"/>
                </a:solidFill>
              </a:rPr>
              <a:t>触发器、</a:t>
            </a:r>
            <a:r>
              <a:rPr lang="en-US" altLang="zh-CN" sz="2000" b="1" dirty="0" smtClean="0">
                <a:solidFill>
                  <a:srgbClr val="000000"/>
                </a:solidFill>
              </a:rPr>
              <a:t>JK</a:t>
            </a:r>
            <a:r>
              <a:rPr lang="zh-CN" altLang="en-US" sz="2000" b="1" dirty="0" smtClean="0">
                <a:solidFill>
                  <a:srgbClr val="000000"/>
                </a:solidFill>
              </a:rPr>
              <a:t>触发器和</a:t>
            </a:r>
            <a:r>
              <a:rPr lang="en-US" altLang="zh-CN" sz="2000" b="1" dirty="0" smtClean="0">
                <a:solidFill>
                  <a:srgbClr val="000000"/>
                </a:solidFill>
              </a:rPr>
              <a:t>T</a:t>
            </a:r>
            <a:r>
              <a:rPr lang="zh-CN" altLang="en-US" sz="2000" b="1" dirty="0" smtClean="0">
                <a:solidFill>
                  <a:srgbClr val="000000"/>
                </a:solidFill>
              </a:rPr>
              <a:t>触发器等工作原理及其相互转换。</a:t>
            </a:r>
          </a:p>
          <a:p>
            <a:pPr marL="1168400" lvl="1" indent="-711200" eaLnBrk="1" hangingPunct="1">
              <a:lnSpc>
                <a:spcPct val="120000"/>
              </a:lnSpc>
              <a:defRPr/>
            </a:pPr>
            <a:r>
              <a:rPr lang="zh-CN" altLang="en-US" sz="2000" b="1" dirty="0" smtClean="0">
                <a:solidFill>
                  <a:srgbClr val="000000"/>
                </a:solidFill>
              </a:rPr>
              <a:t>用</a:t>
            </a:r>
            <a:r>
              <a:rPr lang="en-US" altLang="zh-CN" sz="2000" b="1" dirty="0" err="1" smtClean="0">
                <a:solidFill>
                  <a:srgbClr val="000000"/>
                </a:solidFill>
              </a:rPr>
              <a:t>Quartus</a:t>
            </a:r>
            <a:r>
              <a:rPr lang="en-US" altLang="zh-CN" sz="2000" b="1" dirty="0" smtClean="0">
                <a:solidFill>
                  <a:srgbClr val="000000"/>
                </a:solidFill>
              </a:rPr>
              <a:t> II</a:t>
            </a:r>
            <a:r>
              <a:rPr lang="zh-CN" altLang="en-US" sz="2000" b="1" dirty="0" smtClean="0">
                <a:solidFill>
                  <a:srgbClr val="000000"/>
                </a:solidFill>
              </a:rPr>
              <a:t>软件设计相应逻辑电路并测试其功能。</a:t>
            </a:r>
          </a:p>
          <a:p>
            <a:pPr marL="812800" indent="-812800" eaLnBrk="1" hangingPunct="1">
              <a:lnSpc>
                <a:spcPct val="120000"/>
              </a:lnSpc>
              <a:defRPr/>
            </a:pPr>
            <a:endParaRPr lang="en-US" altLang="zh-CN" sz="2000" b="1" dirty="0" smtClean="0">
              <a:solidFill>
                <a:srgbClr val="000000"/>
              </a:solidFill>
            </a:endParaRPr>
          </a:p>
          <a:p>
            <a:pPr marL="812800" indent="-812800" eaLnBrk="1" hangingPunct="1">
              <a:lnSpc>
                <a:spcPct val="120000"/>
              </a:lnSpc>
              <a:defRPr/>
            </a:pPr>
            <a:r>
              <a:rPr lang="zh-CN" altLang="en-US" sz="2400" b="1" dirty="0" smtClean="0">
                <a:solidFill>
                  <a:srgbClr val="000000"/>
                </a:solidFill>
              </a:rPr>
              <a:t>参考资料</a:t>
            </a:r>
          </a:p>
          <a:p>
            <a:pPr marL="812800" indent="-812800" eaLnBrk="1" hangingPunct="1">
              <a:lnSpc>
                <a:spcPct val="120000"/>
              </a:lnSpc>
              <a:buFont typeface="Wingdings" pitchFamily="2" charset="2"/>
              <a:buNone/>
              <a:defRPr/>
            </a:pPr>
            <a:r>
              <a:rPr lang="en-US" altLang="zh-CN" sz="2000" dirty="0" smtClean="0">
                <a:solidFill>
                  <a:srgbClr val="000000"/>
                </a:solidFill>
              </a:rPr>
              <a:t>     </a:t>
            </a:r>
            <a:r>
              <a:rPr lang="en-US" altLang="zh-CN" sz="2000" b="1" dirty="0" smtClean="0">
                <a:solidFill>
                  <a:srgbClr val="000000"/>
                </a:solidFill>
              </a:rPr>
              <a:t>1.《</a:t>
            </a:r>
            <a:r>
              <a:rPr lang="zh-CN" altLang="en-US" sz="2000" b="1" dirty="0" smtClean="0">
                <a:solidFill>
                  <a:srgbClr val="000000"/>
                </a:solidFill>
              </a:rPr>
              <a:t>数字逻辑</a:t>
            </a:r>
            <a:r>
              <a:rPr lang="en-US" altLang="zh-CN" sz="2000" b="1" dirty="0" smtClean="0">
                <a:solidFill>
                  <a:srgbClr val="000000"/>
                </a:solidFill>
              </a:rPr>
              <a:t>》</a:t>
            </a:r>
            <a:r>
              <a:rPr lang="zh-CN" altLang="en-US" sz="2000" b="1" dirty="0" smtClean="0">
                <a:solidFill>
                  <a:srgbClr val="000000"/>
                </a:solidFill>
              </a:rPr>
              <a:t>理论课教材</a:t>
            </a:r>
            <a:endParaRPr lang="en-US" altLang="zh-CN" sz="2000" b="1" dirty="0" smtClean="0">
              <a:solidFill>
                <a:srgbClr val="000000"/>
              </a:solidFill>
            </a:endParaRPr>
          </a:p>
          <a:p>
            <a:pPr marL="812800" indent="-812800" eaLnBrk="1" hangingPunct="1">
              <a:lnSpc>
                <a:spcPct val="120000"/>
              </a:lnSpc>
              <a:buFont typeface="Wingdings" pitchFamily="2" charset="2"/>
              <a:buNone/>
              <a:defRPr/>
            </a:pPr>
            <a:r>
              <a:rPr lang="en-US" altLang="zh-CN" sz="2000" b="1" dirty="0" smtClean="0">
                <a:solidFill>
                  <a:srgbClr val="000000"/>
                </a:solidFill>
              </a:rPr>
              <a:t>     2.《</a:t>
            </a:r>
            <a:r>
              <a:rPr lang="zh-CN" altLang="en-US" sz="2000" b="1" dirty="0" smtClean="0">
                <a:solidFill>
                  <a:srgbClr val="000000"/>
                </a:solidFill>
              </a:rPr>
              <a:t>数字逻辑实验指导书</a:t>
            </a:r>
            <a:r>
              <a:rPr lang="en-US" altLang="zh-CN" sz="2000" b="1" dirty="0" smtClean="0">
                <a:solidFill>
                  <a:srgbClr val="000000"/>
                </a:solidFill>
              </a:rPr>
              <a:t>》</a:t>
            </a:r>
          </a:p>
          <a:p>
            <a:pPr marL="936000" lvl="1" indent="457200" eaLnBrk="1" hangingPunct="1">
              <a:lnSpc>
                <a:spcPct val="150000"/>
              </a:lnSpc>
              <a:defRPr/>
            </a:pPr>
            <a:r>
              <a:rPr lang="en-US" altLang="zh-CN" sz="2000" b="1" dirty="0" smtClean="0">
                <a:solidFill>
                  <a:srgbClr val="000000"/>
                </a:solidFill>
              </a:rPr>
              <a:t>p</a:t>
            </a:r>
            <a:r>
              <a:rPr lang="zh-CN" altLang="en-US" sz="2000" b="1" dirty="0" smtClean="0">
                <a:solidFill>
                  <a:srgbClr val="000000"/>
                </a:solidFill>
              </a:rPr>
              <a:t>实验</a:t>
            </a:r>
            <a:r>
              <a:rPr lang="en-US" altLang="zh-CN" sz="2000" b="1" dirty="0" smtClean="0">
                <a:solidFill>
                  <a:srgbClr val="000000"/>
                </a:solidFill>
              </a:rPr>
              <a:t>-39  </a:t>
            </a:r>
            <a:r>
              <a:rPr lang="zh-CN" altLang="zh-CN" sz="2000" b="1" dirty="0" smtClean="0">
                <a:solidFill>
                  <a:srgbClr val="000000"/>
                </a:solidFill>
              </a:rPr>
              <a:t>实验七</a:t>
            </a:r>
            <a:r>
              <a:rPr lang="en-US" altLang="zh-CN" sz="2000" b="1" dirty="0" smtClean="0">
                <a:solidFill>
                  <a:srgbClr val="000000"/>
                </a:solidFill>
              </a:rPr>
              <a:t> </a:t>
            </a:r>
            <a:r>
              <a:rPr lang="zh-CN" altLang="zh-CN" sz="2000" b="1" dirty="0" smtClean="0">
                <a:solidFill>
                  <a:srgbClr val="000000"/>
                </a:solidFill>
              </a:rPr>
              <a:t> </a:t>
            </a:r>
            <a:r>
              <a:rPr lang="en-US" altLang="zh-CN" sz="2000" b="1" dirty="0" smtClean="0">
                <a:solidFill>
                  <a:srgbClr val="000000"/>
                </a:solidFill>
              </a:rPr>
              <a:t>RS</a:t>
            </a:r>
            <a:r>
              <a:rPr lang="zh-CN" altLang="zh-CN" sz="2000" b="1" dirty="0" smtClean="0">
                <a:solidFill>
                  <a:srgbClr val="000000"/>
                </a:solidFill>
              </a:rPr>
              <a:t>触发器的的功能测试</a:t>
            </a:r>
            <a:endParaRPr lang="en-US" altLang="zh-CN" sz="2000" b="1" dirty="0" smtClean="0">
              <a:solidFill>
                <a:srgbClr val="000000"/>
              </a:solidFill>
            </a:endParaRPr>
          </a:p>
          <a:p>
            <a:pPr marL="936000" lvl="1" indent="457200" eaLnBrk="1" hangingPunct="1">
              <a:lnSpc>
                <a:spcPct val="150000"/>
              </a:lnSpc>
              <a:defRPr/>
            </a:pPr>
            <a:r>
              <a:rPr lang="en-US" altLang="zh-CN" sz="2000" b="1" dirty="0" smtClean="0">
                <a:solidFill>
                  <a:srgbClr val="000000"/>
                </a:solidFill>
              </a:rPr>
              <a:t>p</a:t>
            </a:r>
            <a:r>
              <a:rPr lang="zh-CN" altLang="en-US" sz="2000" b="1" dirty="0" smtClean="0">
                <a:solidFill>
                  <a:srgbClr val="000000"/>
                </a:solidFill>
              </a:rPr>
              <a:t>实验</a:t>
            </a:r>
            <a:r>
              <a:rPr lang="en-US" altLang="zh-CN" sz="2000" b="1" dirty="0" smtClean="0">
                <a:solidFill>
                  <a:srgbClr val="000000"/>
                </a:solidFill>
              </a:rPr>
              <a:t>-39 </a:t>
            </a:r>
            <a:r>
              <a:rPr lang="zh-CN" altLang="zh-CN" sz="2000" b="1" dirty="0" smtClean="0">
                <a:solidFill>
                  <a:srgbClr val="000000"/>
                </a:solidFill>
              </a:rPr>
              <a:t>实验八</a:t>
            </a:r>
            <a:r>
              <a:rPr lang="en-US" altLang="zh-CN" sz="2000" b="1" dirty="0" smtClean="0">
                <a:solidFill>
                  <a:srgbClr val="000000"/>
                </a:solidFill>
              </a:rPr>
              <a:t>   JK</a:t>
            </a:r>
            <a:r>
              <a:rPr lang="zh-CN" altLang="zh-CN" sz="2000" b="1" dirty="0" smtClean="0">
                <a:solidFill>
                  <a:srgbClr val="000000"/>
                </a:solidFill>
              </a:rPr>
              <a:t>、</a:t>
            </a:r>
            <a:r>
              <a:rPr lang="en-US" altLang="zh-CN" sz="2000" b="1" dirty="0" smtClean="0">
                <a:solidFill>
                  <a:srgbClr val="000000"/>
                </a:solidFill>
              </a:rPr>
              <a:t>D</a:t>
            </a:r>
            <a:r>
              <a:rPr lang="zh-CN" altLang="zh-CN" sz="2000" b="1" dirty="0" smtClean="0">
                <a:solidFill>
                  <a:srgbClr val="000000"/>
                </a:solidFill>
              </a:rPr>
              <a:t>触发器逻辑功能及主要参数测试</a:t>
            </a:r>
            <a:endParaRPr lang="en-US" altLang="zh-CN" sz="2000" b="1" dirty="0" smtClean="0">
              <a:solidFill>
                <a:srgbClr val="000000"/>
              </a:solidFill>
            </a:endParaRPr>
          </a:p>
          <a:p>
            <a:pPr marL="1168400" lvl="1" indent="-711200" eaLnBrk="1" hangingPunct="1">
              <a:lnSpc>
                <a:spcPct val="90000"/>
              </a:lnSpc>
              <a:buFont typeface="Wingdings" pitchFamily="2" charset="2"/>
              <a:buNone/>
              <a:defRPr/>
            </a:pPr>
            <a:endParaRPr lang="zh-CN" altLang="en-US" sz="2000" dirty="0" smtClean="0"/>
          </a:p>
          <a:p>
            <a:pPr marL="1168400" lvl="1" indent="-711200" eaLnBrk="1" hangingPunct="1">
              <a:lnSpc>
                <a:spcPct val="120000"/>
              </a:lnSpc>
              <a:buFont typeface="Wingdings" pitchFamily="2" charset="2"/>
              <a:buNone/>
              <a:defRPr/>
            </a:pPr>
            <a:endParaRPr lang="zh-CN" altLang="en-US" sz="2000" dirty="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Blueprint">
  <a:themeElements>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fontScheme name="Blueprint">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ahoma"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en-US" sz="2400" b="0" i="0" u="none" strike="noStrike" cap="none" normalizeH="0" baseline="0" smtClean="0">
            <a:ln>
              <a:noFill/>
            </a:ln>
            <a:solidFill>
              <a:schemeClr val="tx1"/>
            </a:solidFill>
            <a:effectLst/>
            <a:latin typeface="Tahoma" pitchFamily="34" charset="0"/>
            <a:ea typeface="宋体" pitchFamily="2" charset="-122"/>
          </a:defRPr>
        </a:defPPr>
      </a:lstStyle>
    </a:lnDef>
  </a:objectDefaults>
  <a:extraClrSchemeLst>
    <a:extraClrScheme>
      <a:clrScheme name="Blueprint 1">
        <a:dk1>
          <a:srgbClr val="000000"/>
        </a:dk1>
        <a:lt1>
          <a:srgbClr val="FFFFFF"/>
        </a:lt1>
        <a:dk2>
          <a:srgbClr val="40458C"/>
        </a:dk2>
        <a:lt2>
          <a:srgbClr val="FFFFCC"/>
        </a:lt2>
        <a:accent1>
          <a:srgbClr val="8D8DB3"/>
        </a:accent1>
        <a:accent2>
          <a:srgbClr val="B2B2B2"/>
        </a:accent2>
        <a:accent3>
          <a:srgbClr val="AFB0C5"/>
        </a:accent3>
        <a:accent4>
          <a:srgbClr val="DADADA"/>
        </a:accent4>
        <a:accent5>
          <a:srgbClr val="C5C5D6"/>
        </a:accent5>
        <a:accent6>
          <a:srgbClr val="A1A1A1"/>
        </a:accent6>
        <a:hlink>
          <a:srgbClr val="6F89F7"/>
        </a:hlink>
        <a:folHlink>
          <a:srgbClr val="4F56AD"/>
        </a:folHlink>
      </a:clrScheme>
      <a:clrMap bg1="dk2" tx1="lt1" bg2="dk1" tx2="lt2" accent1="accent1" accent2="accent2" accent3="accent3" accent4="accent4" accent5="accent5" accent6="accent6" hlink="hlink" folHlink="folHlink"/>
    </a:extraClrScheme>
    <a:extraClrScheme>
      <a:clrScheme name="Blueprint 2">
        <a:dk1>
          <a:srgbClr val="40458C"/>
        </a:dk1>
        <a:lt1>
          <a:srgbClr val="FFFFFF"/>
        </a:lt1>
        <a:dk2>
          <a:srgbClr val="660066"/>
        </a:dk2>
        <a:lt2>
          <a:srgbClr val="B7C1EB"/>
        </a:lt2>
        <a:accent1>
          <a:srgbClr val="ECD882"/>
        </a:accent1>
        <a:accent2>
          <a:srgbClr val="B2B2B2"/>
        </a:accent2>
        <a:accent3>
          <a:srgbClr val="FFFFFF"/>
        </a:accent3>
        <a:accent4>
          <a:srgbClr val="353A77"/>
        </a:accent4>
        <a:accent5>
          <a:srgbClr val="F4E9C1"/>
        </a:accent5>
        <a:accent6>
          <a:srgbClr val="A1A1A1"/>
        </a:accent6>
        <a:hlink>
          <a:srgbClr val="6F89F7"/>
        </a:hlink>
        <a:folHlink>
          <a:srgbClr val="CFDBFD"/>
        </a:folHlink>
      </a:clrScheme>
      <a:clrMap bg1="lt1" tx1="dk1" bg2="lt2" tx2="dk2" accent1="accent1" accent2="accent2" accent3="accent3" accent4="accent4" accent5="accent5" accent6="accent6" hlink="hlink" folHlink="folHlink"/>
    </a:extraClrScheme>
    <a:extraClrScheme>
      <a:clrScheme name="Blueprint 3">
        <a:dk1>
          <a:srgbClr val="000000"/>
        </a:dk1>
        <a:lt1>
          <a:srgbClr val="FFFFFF"/>
        </a:lt1>
        <a:dk2>
          <a:srgbClr val="4D4D4D"/>
        </a:dk2>
        <a:lt2>
          <a:srgbClr val="B2B2B2"/>
        </a:lt2>
        <a:accent1>
          <a:srgbClr val="969696"/>
        </a:accent1>
        <a:accent2>
          <a:srgbClr val="EAEAEA"/>
        </a:accent2>
        <a:accent3>
          <a:srgbClr val="FFFFFF"/>
        </a:accent3>
        <a:accent4>
          <a:srgbClr val="000000"/>
        </a:accent4>
        <a:accent5>
          <a:srgbClr val="C9C9C9"/>
        </a:accent5>
        <a:accent6>
          <a:srgbClr val="D4D4D4"/>
        </a:accent6>
        <a:hlink>
          <a:srgbClr val="777777"/>
        </a:hlink>
        <a:folHlink>
          <a:srgbClr val="C0C0C0"/>
        </a:folHlink>
      </a:clrScheme>
      <a:clrMap bg1="lt1" tx1="dk1" bg2="lt2" tx2="dk2" accent1="accent1" accent2="accent2" accent3="accent3" accent4="accent4" accent5="accent5" accent6="accent6" hlink="hlink" folHlink="folHlink"/>
    </a:extraClrScheme>
    <a:extraClrScheme>
      <a:clrScheme name="Blueprint 4">
        <a:dk1>
          <a:srgbClr val="333300"/>
        </a:dk1>
        <a:lt1>
          <a:srgbClr val="FFFFFF"/>
        </a:lt1>
        <a:dk2>
          <a:srgbClr val="663300"/>
        </a:dk2>
        <a:lt2>
          <a:srgbClr val="B2B2B2"/>
        </a:lt2>
        <a:accent1>
          <a:srgbClr val="DDC6A7"/>
        </a:accent1>
        <a:accent2>
          <a:srgbClr val="D9C167"/>
        </a:accent2>
        <a:accent3>
          <a:srgbClr val="FFFFFF"/>
        </a:accent3>
        <a:accent4>
          <a:srgbClr val="2A2A00"/>
        </a:accent4>
        <a:accent5>
          <a:srgbClr val="EBDFD0"/>
        </a:accent5>
        <a:accent6>
          <a:srgbClr val="C4AF5D"/>
        </a:accent6>
        <a:hlink>
          <a:srgbClr val="8A7A66"/>
        </a:hlink>
        <a:folHlink>
          <a:srgbClr val="C0AE9E"/>
        </a:folHlink>
      </a:clrScheme>
      <a:clrMap bg1="lt1" tx1="dk1" bg2="lt2" tx2="dk2" accent1="accent1" accent2="accent2" accent3="accent3" accent4="accent4" accent5="accent5" accent6="accent6" hlink="hlink" folHlink="folHlink"/>
    </a:extraClrScheme>
    <a:extraClrScheme>
      <a:clrScheme name="Blueprint 5">
        <a:dk1>
          <a:srgbClr val="000000"/>
        </a:dk1>
        <a:lt1>
          <a:srgbClr val="FFFFFF"/>
        </a:lt1>
        <a:dk2>
          <a:srgbClr val="003366"/>
        </a:dk2>
        <a:lt2>
          <a:srgbClr val="CCFFCC"/>
        </a:lt2>
        <a:accent1>
          <a:srgbClr val="006699"/>
        </a:accent1>
        <a:accent2>
          <a:srgbClr val="009999"/>
        </a:accent2>
        <a:accent3>
          <a:srgbClr val="AAADB8"/>
        </a:accent3>
        <a:accent4>
          <a:srgbClr val="DADADA"/>
        </a:accent4>
        <a:accent5>
          <a:srgbClr val="AAB8CA"/>
        </a:accent5>
        <a:accent6>
          <a:srgbClr val="008A8A"/>
        </a:accent6>
        <a:hlink>
          <a:srgbClr val="0099CC"/>
        </a:hlink>
        <a:folHlink>
          <a:srgbClr val="00458A"/>
        </a:folHlink>
      </a:clrScheme>
      <a:clrMap bg1="dk2" tx1="lt1" bg2="dk1" tx2="lt2" accent1="accent1" accent2="accent2" accent3="accent3" accent4="accent4" accent5="accent5" accent6="accent6" hlink="hlink" folHlink="folHlink"/>
    </a:extraClrScheme>
    <a:extraClrScheme>
      <a:clrScheme name="Blueprint 6">
        <a:dk1>
          <a:srgbClr val="000000"/>
        </a:dk1>
        <a:lt1>
          <a:srgbClr val="FFFFFF"/>
        </a:lt1>
        <a:dk2>
          <a:srgbClr val="004A48"/>
        </a:dk2>
        <a:lt2>
          <a:srgbClr val="33CCCC"/>
        </a:lt2>
        <a:accent1>
          <a:srgbClr val="006699"/>
        </a:accent1>
        <a:accent2>
          <a:srgbClr val="009999"/>
        </a:accent2>
        <a:accent3>
          <a:srgbClr val="AAB1B1"/>
        </a:accent3>
        <a:accent4>
          <a:srgbClr val="DADADA"/>
        </a:accent4>
        <a:accent5>
          <a:srgbClr val="AAB8CA"/>
        </a:accent5>
        <a:accent6>
          <a:srgbClr val="008A8A"/>
        </a:accent6>
        <a:hlink>
          <a:srgbClr val="00CC99"/>
        </a:hlink>
        <a:folHlink>
          <a:srgbClr val="006666"/>
        </a:folHlink>
      </a:clrScheme>
      <a:clrMap bg1="dk2" tx1="lt1" bg2="dk1" tx2="lt2" accent1="accent1" accent2="accent2" accent3="accent3" accent4="accent4" accent5="accent5" accent6="accent6" hlink="hlink" folHlink="folHlink"/>
    </a:extraClrScheme>
    <a:extraClrScheme>
      <a:clrScheme name="Blueprint 7">
        <a:dk1>
          <a:srgbClr val="000000"/>
        </a:dk1>
        <a:lt1>
          <a:srgbClr val="FFFFFF"/>
        </a:lt1>
        <a:dk2>
          <a:srgbClr val="333300"/>
        </a:dk2>
        <a:lt2>
          <a:srgbClr val="FFFFCC"/>
        </a:lt2>
        <a:accent1>
          <a:srgbClr val="CC9900"/>
        </a:accent1>
        <a:accent2>
          <a:srgbClr val="CC6600"/>
        </a:accent2>
        <a:accent3>
          <a:srgbClr val="ADADAA"/>
        </a:accent3>
        <a:accent4>
          <a:srgbClr val="DADADA"/>
        </a:accent4>
        <a:accent5>
          <a:srgbClr val="E2CAAA"/>
        </a:accent5>
        <a:accent6>
          <a:srgbClr val="B95C00"/>
        </a:accent6>
        <a:hlink>
          <a:srgbClr val="808000"/>
        </a:hlink>
        <a:folHlink>
          <a:srgbClr val="525000"/>
        </a:folHlink>
      </a:clrScheme>
      <a:clrMap bg1="dk2" tx1="lt1" bg2="dk1" tx2="lt2" accent1="accent1" accent2="accent2" accent3="accent3" accent4="accent4" accent5="accent5" accent6="accent6" hlink="hlink" folHlink="folHlink"/>
    </a:extraClrScheme>
    <a:extraClrScheme>
      <a:clrScheme name="Blueprint 8">
        <a:dk1>
          <a:srgbClr val="003D62"/>
        </a:dk1>
        <a:lt1>
          <a:srgbClr val="FFFFFF"/>
        </a:lt1>
        <a:dk2>
          <a:srgbClr val="006699"/>
        </a:dk2>
        <a:lt2>
          <a:srgbClr val="C8D1DA"/>
        </a:lt2>
        <a:accent1>
          <a:srgbClr val="9AC0EA"/>
        </a:accent1>
        <a:accent2>
          <a:srgbClr val="80C3C8"/>
        </a:accent2>
        <a:accent3>
          <a:srgbClr val="FFFFFF"/>
        </a:accent3>
        <a:accent4>
          <a:srgbClr val="003353"/>
        </a:accent4>
        <a:accent5>
          <a:srgbClr val="CADCF3"/>
        </a:accent5>
        <a:accent6>
          <a:srgbClr val="73B0B5"/>
        </a:accent6>
        <a:hlink>
          <a:srgbClr val="81ABCB"/>
        </a:hlink>
        <a:folHlink>
          <a:srgbClr val="B6CBD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Designs\Blueprint.pot</Template>
  <TotalTime>832</TotalTime>
  <Words>805</Words>
  <Application>Microsoft Office PowerPoint</Application>
  <PresentationFormat>全屏显示(4:3)</PresentationFormat>
  <Paragraphs>285</Paragraphs>
  <Slides>8</Slides>
  <Notes>3</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8</vt:i4>
      </vt:variant>
    </vt:vector>
  </HeadingPairs>
  <TitlesOfParts>
    <vt:vector size="11" baseType="lpstr">
      <vt:lpstr>Blueprint</vt:lpstr>
      <vt:lpstr>公式</vt:lpstr>
      <vt:lpstr>画笔图片</vt:lpstr>
      <vt:lpstr>实验四、组合电路（三）</vt:lpstr>
      <vt:lpstr> 1. 用多路选择器实现逻辑函数</vt:lpstr>
      <vt:lpstr>74LS151引脚功能</vt:lpstr>
      <vt:lpstr> 74LS151简介</vt:lpstr>
      <vt:lpstr>2. 用译码器实现逻辑函数</vt:lpstr>
      <vt:lpstr>74LS138引脚功能</vt:lpstr>
      <vt:lpstr>74LS138功能表</vt:lpstr>
      <vt:lpstr>下次课的预习-记忆元件测试</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微软用户</cp:lastModifiedBy>
  <cp:revision>115</cp:revision>
  <dcterms:created xsi:type="dcterms:W3CDTF">1601-01-01T00:00:00Z</dcterms:created>
  <dcterms:modified xsi:type="dcterms:W3CDTF">2020-10-23T06:18:54Z</dcterms:modified>
</cp:coreProperties>
</file>